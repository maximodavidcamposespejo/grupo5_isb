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Outfit ExtraBold"/>
      <p:bold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Outfit"/>
      <p:regular r:id="rId28"/>
      <p:bold r:id="rId29"/>
    </p:embeddedFont>
    <p:embeddedFont>
      <p:font typeface="Karl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oppins-regular.fntdata"/><Relationship Id="rId23" Type="http://schemas.openxmlformats.org/officeDocument/2006/relationships/font" Target="fonts/Outfit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Outfit-regular.fntdata"/><Relationship Id="rId27" Type="http://schemas.openxmlformats.org/officeDocument/2006/relationships/font" Target="fonts/Poppi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utfi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Karla-bold.fntdata"/><Relationship Id="rId30" Type="http://schemas.openxmlformats.org/officeDocument/2006/relationships/font" Target="fonts/Karla-regular.fntdata"/><Relationship Id="rId11" Type="http://schemas.openxmlformats.org/officeDocument/2006/relationships/slide" Target="slides/slide7.xml"/><Relationship Id="rId33" Type="http://schemas.openxmlformats.org/officeDocument/2006/relationships/font" Target="fonts/Karla-boldItalic.fntdata"/><Relationship Id="rId10" Type="http://schemas.openxmlformats.org/officeDocument/2006/relationships/slide" Target="slides/slide6.xml"/><Relationship Id="rId32" Type="http://schemas.openxmlformats.org/officeDocument/2006/relationships/font" Target="fonts/Karla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45c2d0eff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45c2d0eff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e266d8843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e266d8843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45c251fee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45c251fee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41c68caf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41c68caf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41b7afbdc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41b7afbdc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41c68caf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41c68caf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41ca979c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41ca979c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41d38f8b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41d38f8b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41ca979c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41ca979c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41c68caf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41c68caf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41c68caf0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41c68caf0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41c68caf0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41c68caf0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45c251fee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45c251fee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41c68caf0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41c68caf0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145c251fee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145c251fee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45c251fee2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145c251fee2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45c251fee2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45c251fee2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137655" y="474698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1111830" y="260133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600371" y="4541375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50750" y="1124775"/>
            <a:ext cx="8242500" cy="20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1" sz="60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771050" y="3519225"/>
            <a:ext cx="56019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8123402" y="-2226216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57881" y="-1691735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-235719" y="-769590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401498" y="-205396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2139208" y="-13386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306734" y="-27449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223582" y="-250668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535187" y="7963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-805274" y="103252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00384" y="1005803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768185" y="3161119"/>
            <a:ext cx="749038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-177263" y="3486824"/>
            <a:ext cx="447489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-2019548" y="4190684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451191" y="4455707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125126" y="431857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139201" y="4777769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704630" y="50142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1024175" y="2379938"/>
            <a:ext cx="36516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3"/>
          <p:cNvSpPr txBox="1"/>
          <p:nvPr>
            <p:ph hasCustomPrompt="1" idx="2" type="title"/>
          </p:nvPr>
        </p:nvSpPr>
        <p:spPr>
          <a:xfrm>
            <a:off x="1024175" y="14739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61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1024175" y="3216353"/>
            <a:ext cx="23364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/>
          <p:nvPr/>
        </p:nvSpPr>
        <p:spPr>
          <a:xfrm rot="10800000">
            <a:off x="1121955" y="-434636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 rot="10800000">
            <a:off x="8411852" y="-228884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 rot="10800000">
            <a:off x="4407679" y="-35682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 rot="10800000">
            <a:off x="5270768" y="110491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 rot="10800000">
            <a:off x="-587820" y="-775828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 rot="10800000">
            <a:off x="7881405" y="-1058254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 rot="10800000">
            <a:off x="4813367" y="488398"/>
            <a:ext cx="290433" cy="264102"/>
          </a:xfrm>
          <a:custGeom>
            <a:rect b="b" l="l" r="r" t="t"/>
            <a:pathLst>
              <a:path extrusionOk="0" h="1093" w="1202">
                <a:moveTo>
                  <a:pt x="602" y="1"/>
                </a:moveTo>
                <a:cubicBezTo>
                  <a:pt x="354" y="1"/>
                  <a:pt x="129" y="170"/>
                  <a:pt x="70" y="421"/>
                </a:cubicBezTo>
                <a:cubicBezTo>
                  <a:pt x="1" y="715"/>
                  <a:pt x="183" y="1010"/>
                  <a:pt x="477" y="1078"/>
                </a:cubicBezTo>
                <a:cubicBezTo>
                  <a:pt x="519" y="1088"/>
                  <a:pt x="561" y="1093"/>
                  <a:pt x="603" y="1093"/>
                </a:cubicBezTo>
                <a:cubicBezTo>
                  <a:pt x="850" y="1093"/>
                  <a:pt x="1074" y="923"/>
                  <a:pt x="1133" y="672"/>
                </a:cubicBezTo>
                <a:cubicBezTo>
                  <a:pt x="1202" y="378"/>
                  <a:pt x="1021" y="85"/>
                  <a:pt x="727" y="15"/>
                </a:cubicBezTo>
                <a:cubicBezTo>
                  <a:pt x="685" y="5"/>
                  <a:pt x="643" y="1"/>
                  <a:pt x="6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rot="-1799986">
            <a:off x="6323378" y="-46487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 rot="10800000">
            <a:off x="8866120" y="662185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 rot="10800000">
            <a:off x="-263021" y="845133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 rot="-1799986">
            <a:off x="-2000972" y="21113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 rot="10800000">
            <a:off x="9106275" y="1748070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 flipH="1" rot="10800000">
            <a:off x="8215577" y="3322812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 rot="10800000">
            <a:off x="5866745" y="4172287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 rot="10800000">
            <a:off x="7372532" y="427014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 rot="-1799986">
            <a:off x="3790503" y="31487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 rot="10800000">
            <a:off x="5451038" y="4817960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 rot="10800000">
            <a:off x="855531" y="4721062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>
            <a:off x="6309657" y="4681072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>
            <a:off x="-916426" y="4330237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>
            <a:off x="6570373" y="619002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 rot="-1799986">
            <a:off x="-4001547" y="522232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 flipH="1" rot="10800000">
            <a:off x="8252299" y="4420001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 flipH="1" rot="10800000">
            <a:off x="7717820" y="3885268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type="title"/>
          </p:nvPr>
        </p:nvSpPr>
        <p:spPr>
          <a:xfrm>
            <a:off x="788900" y="434600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idx="1" type="body"/>
          </p:nvPr>
        </p:nvSpPr>
        <p:spPr>
          <a:xfrm>
            <a:off x="2089500" y="1638670"/>
            <a:ext cx="4965000" cy="20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62" name="Google Shape;62;p4"/>
          <p:cNvSpPr/>
          <p:nvPr/>
        </p:nvSpPr>
        <p:spPr>
          <a:xfrm rot="10800000">
            <a:off x="7881405" y="-1058254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 flipH="1" rot="10800000">
            <a:off x="7832120" y="4088093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 flipH="1" rot="10800000">
            <a:off x="8366599" y="4622826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 rot="10800000">
            <a:off x="8411852" y="-228884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 rot="10800000">
            <a:off x="6684673" y="6392850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 rot="10800000">
            <a:off x="8866120" y="662185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 rot="10800000">
            <a:off x="9106275" y="1748070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 rot="10800000">
            <a:off x="8549738" y="2970110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 rot="10800000">
            <a:off x="-916426" y="4330237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 rot="10800000">
            <a:off x="1121955" y="-434636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 rot="10800000">
            <a:off x="-587820" y="-775828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 flipH="1" rot="10800000">
            <a:off x="8329877" y="3525637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 rot="10800000">
            <a:off x="5981045" y="437511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 rot="10800000">
            <a:off x="855531" y="4721062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 rot="10800000">
            <a:off x="7486832" y="4472972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 rot="10800000">
            <a:off x="2178829" y="488393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 rot="10800000">
            <a:off x="6423957" y="4883897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 rot="10800000">
            <a:off x="-263021" y="845133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 rot="-1799986">
            <a:off x="7727653" y="-119522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 rot="-1799986">
            <a:off x="-2000972" y="21113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 rot="-1799986">
            <a:off x="4524653" y="3825913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 rot="-1799986">
            <a:off x="-4409222" y="428887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" name="Google Shape;86;p5"/>
          <p:cNvSpPr txBox="1"/>
          <p:nvPr>
            <p:ph idx="2" type="title"/>
          </p:nvPr>
        </p:nvSpPr>
        <p:spPr>
          <a:xfrm>
            <a:off x="5318775" y="1853650"/>
            <a:ext cx="2570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5"/>
          <p:cNvSpPr txBox="1"/>
          <p:nvPr>
            <p:ph idx="1" type="subTitle"/>
          </p:nvPr>
        </p:nvSpPr>
        <p:spPr>
          <a:xfrm>
            <a:off x="5318788" y="2381350"/>
            <a:ext cx="25707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"/>
          <p:cNvSpPr txBox="1"/>
          <p:nvPr>
            <p:ph idx="3" type="title"/>
          </p:nvPr>
        </p:nvSpPr>
        <p:spPr>
          <a:xfrm>
            <a:off x="1254650" y="1853650"/>
            <a:ext cx="2570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5"/>
          <p:cNvSpPr txBox="1"/>
          <p:nvPr>
            <p:ph idx="4" type="subTitle"/>
          </p:nvPr>
        </p:nvSpPr>
        <p:spPr>
          <a:xfrm>
            <a:off x="1254513" y="2381350"/>
            <a:ext cx="25707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"/>
          <p:cNvSpPr/>
          <p:nvPr/>
        </p:nvSpPr>
        <p:spPr>
          <a:xfrm flipH="1" rot="10800000">
            <a:off x="7736493" y="-28007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 flipH="1" rot="10800000">
            <a:off x="-620390" y="-146365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 flipH="1" rot="10800000">
            <a:off x="-431940" y="-14126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861212" y="4631749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 flipH="1" rot="10800000">
            <a:off x="8046637" y="463176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 flipH="1" rot="10800000">
            <a:off x="210993" y="46212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 flipH="1" rot="10800000">
            <a:off x="8861181" y="592520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 flipH="1" rot="10800000">
            <a:off x="8426127" y="34759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 flipH="1" rot="10800000">
            <a:off x="570364" y="4329160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 flipH="1" rot="10800000">
            <a:off x="-172475" y="41602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 flipH="1" rot="10800000">
            <a:off x="8808099" y="439842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 flipH="1" rot="10800000">
            <a:off x="8495602" y="42470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 flipH="1" rot="10800000">
            <a:off x="826520" y="153363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 flipH="1" rot="10800000">
            <a:off x="114300" y="709578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 flipH="1" rot="10800000">
            <a:off x="294291" y="63142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 flipH="1" rot="10800000">
            <a:off x="7772164" y="-29654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 flipH="1" rot="10800000">
            <a:off x="8854978" y="3710365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 flipH="1" rot="1799986">
            <a:off x="-4391772" y="-11048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 flipH="1" rot="1799986">
            <a:off x="4580778" y="-3217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 flipH="1" rot="1799986">
            <a:off x="-3091447" y="38574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 rot="-1799986">
            <a:off x="5144753" y="44477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" name="Google Shape;113;p6"/>
          <p:cNvSpPr/>
          <p:nvPr/>
        </p:nvSpPr>
        <p:spPr>
          <a:xfrm rot="5400000">
            <a:off x="9658283" y="1539125"/>
            <a:ext cx="50" cy="15452"/>
          </a:xfrm>
          <a:custGeom>
            <a:rect b="b" l="l" r="r" t="t"/>
            <a:pathLst>
              <a:path extrusionOk="0" h="306" w="1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 rot="10800000">
            <a:off x="-2436713" y="-24578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 rot="10800000">
            <a:off x="7873497" y="-1311075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 rot="10800000">
            <a:off x="8114987" y="-10697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 rot="10800000">
            <a:off x="41358" y="4802774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 rot="10800000">
            <a:off x="492395" y="525381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 rot="10800000">
            <a:off x="8183904" y="49641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 rot="10800000">
            <a:off x="118103" y="69049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 rot="10800000">
            <a:off x="8880813" y="224882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 rot="10800000">
            <a:off x="8742584" y="3050662"/>
            <a:ext cx="1297365" cy="1182051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 rot="10800000">
            <a:off x="8697061" y="45031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 rot="10800000">
            <a:off x="-250748" y="480277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 rot="10800000">
            <a:off x="187580" y="45899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 rot="10800000">
            <a:off x="7679503" y="-102638"/>
            <a:ext cx="256183" cy="224719"/>
          </a:xfrm>
          <a:custGeom>
            <a:rect b="b" l="l" r="r" t="t"/>
            <a:pathLst>
              <a:path extrusionOk="0" h="1407" w="1604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 rot="10800000">
            <a:off x="1322165" y="129271"/>
            <a:ext cx="197727" cy="182714"/>
          </a:xfrm>
          <a:custGeom>
            <a:rect b="b" l="l" r="r" t="t"/>
            <a:pathLst>
              <a:path extrusionOk="0" h="1144" w="1238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 rot="10800000">
            <a:off x="568550" y="-102654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 rot="10800000">
            <a:off x="9143701" y="2317977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553259" y="-55515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-3709641" y="4348185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932525" y="445025"/>
            <a:ext cx="747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" name="Google Shape;134;p7"/>
          <p:cNvSpPr txBox="1"/>
          <p:nvPr>
            <p:ph idx="1" type="subTitle"/>
          </p:nvPr>
        </p:nvSpPr>
        <p:spPr>
          <a:xfrm>
            <a:off x="932525" y="1388200"/>
            <a:ext cx="4623300" cy="24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7"/>
          <p:cNvSpPr/>
          <p:nvPr/>
        </p:nvSpPr>
        <p:spPr>
          <a:xfrm flipH="1">
            <a:off x="-2981630" y="-2616741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 flipH="1">
            <a:off x="-2447402" y="-2082260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 flipH="1">
            <a:off x="-298873" y="3690706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 flipH="1">
            <a:off x="7469605" y="-798165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 flipH="1">
            <a:off x="8015673" y="-303070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 flipH="1">
            <a:off x="8580370" y="3754734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 flipH="1">
            <a:off x="7297818" y="4761495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 flipH="1">
            <a:off x="8820525" y="2887524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 flipH="1">
            <a:off x="8015663" y="3294434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 flipH="1">
            <a:off x="7829556" y="4101481"/>
            <a:ext cx="293333" cy="267243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 flipH="1">
            <a:off x="6715570" y="4512794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 flipH="1">
            <a:off x="3305389" y="132237"/>
            <a:ext cx="213838" cy="182914"/>
          </a:xfrm>
          <a:custGeom>
            <a:rect b="b" l="l" r="r" t="t"/>
            <a:pathLst>
              <a:path extrusionOk="0" h="757" w="885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 flipH="1">
            <a:off x="8181411" y="231558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 flipH="1">
            <a:off x="243305" y="42700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 flipH="1">
            <a:off x="-873570" y="4512800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 flipH="1">
            <a:off x="-852203" y="615278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 flipH="1">
            <a:off x="4172320" y="-31331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 flipH="1">
            <a:off x="1208281" y="-392080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 flipH="1">
            <a:off x="2151832" y="51062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 flipH="1">
            <a:off x="92454" y="-262045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 flipH="1">
            <a:off x="6023907" y="-319246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 flipH="1">
            <a:off x="6165026" y="796114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 flipH="1">
            <a:off x="-824324" y="416617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1509150" y="1579650"/>
            <a:ext cx="6125700" cy="19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0" name="Google Shape;160;p8"/>
          <p:cNvSpPr/>
          <p:nvPr/>
        </p:nvSpPr>
        <p:spPr>
          <a:xfrm>
            <a:off x="4417083" y="-284737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223582" y="-250668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535187" y="7963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259598" y="-290671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123402" y="-2226216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657881" y="-1691735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-235719" y="-769590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06734" y="-27449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647991" y="4247295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-177263" y="3486824"/>
            <a:ext cx="447489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139201" y="4777769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-1111830" y="260133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704630" y="50142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600371" y="4541375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600384" y="1005803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137655" y="474698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768185" y="3161119"/>
            <a:ext cx="749038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-805274" y="103252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125126" y="431857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-2019548" y="4190684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 flipH="1">
            <a:off x="-854520" y="4665200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 flipH="1">
            <a:off x="8200461" y="383958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>
            <p:ph type="title"/>
          </p:nvPr>
        </p:nvSpPr>
        <p:spPr>
          <a:xfrm>
            <a:off x="1617725" y="1474488"/>
            <a:ext cx="5590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4" name="Google Shape;184;p9"/>
          <p:cNvSpPr txBox="1"/>
          <p:nvPr>
            <p:ph idx="1" type="subTitle"/>
          </p:nvPr>
        </p:nvSpPr>
        <p:spPr>
          <a:xfrm>
            <a:off x="1617725" y="2179488"/>
            <a:ext cx="5590200" cy="13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9"/>
          <p:cNvSpPr/>
          <p:nvPr/>
        </p:nvSpPr>
        <p:spPr>
          <a:xfrm flipH="1">
            <a:off x="-2721555" y="-2102391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 flipH="1">
            <a:off x="-2187327" y="-1567910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 flipH="1">
            <a:off x="7488655" y="-645765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 flipH="1">
            <a:off x="6042957" y="-166846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 flipH="1">
            <a:off x="4191370" y="-16091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 flipH="1">
            <a:off x="8034723" y="-150670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 flipH="1">
            <a:off x="1227331" y="-126843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 flipH="1">
            <a:off x="4125126" y="103252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 flipH="1">
            <a:off x="2170882" y="203462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 flipH="1">
            <a:off x="352529" y="252305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 flipH="1">
            <a:off x="3324439" y="284637"/>
            <a:ext cx="213838" cy="182914"/>
          </a:xfrm>
          <a:custGeom>
            <a:rect b="b" l="l" r="r" t="t"/>
            <a:pathLst>
              <a:path extrusionOk="0" h="757" w="885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 flipH="1">
            <a:off x="-592128" y="1129628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 flipH="1">
            <a:off x="8839575" y="3039924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 flipH="1">
            <a:off x="8034713" y="3446834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 flipH="1">
            <a:off x="-279823" y="3843106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 flipH="1">
            <a:off x="8599420" y="3907134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 flipH="1">
            <a:off x="7848606" y="4253881"/>
            <a:ext cx="293333" cy="267243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 flipH="1">
            <a:off x="-805274" y="431857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 flipH="1">
            <a:off x="262355" y="44224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 flipH="1">
            <a:off x="6734620" y="4665194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 flipH="1">
            <a:off x="7316868" y="4913895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idx="1" type="body"/>
          </p:nvPr>
        </p:nvSpPr>
        <p:spPr>
          <a:xfrm>
            <a:off x="732300" y="538000"/>
            <a:ext cx="3254700" cy="12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latin typeface="Outfit ExtraBold"/>
                <a:ea typeface="Outfit ExtraBold"/>
                <a:cs typeface="Outfit ExtraBold"/>
                <a:sym typeface="Outfit ExtraBold"/>
              </a:defRPr>
            </a:lvl1pPr>
          </a:lstStyle>
          <a:p/>
        </p:txBody>
      </p:sp>
      <p:sp>
        <p:nvSpPr>
          <p:cNvPr id="208" name="Google Shape;208;p10"/>
          <p:cNvSpPr/>
          <p:nvPr/>
        </p:nvSpPr>
        <p:spPr>
          <a:xfrm rot="10800000">
            <a:off x="7974645" y="-501677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 rot="10800000">
            <a:off x="603518" y="-148659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 rot="10800000">
            <a:off x="8940650" y="752508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 rot="10800000">
            <a:off x="8370225" y="4916122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 rot="10800000">
            <a:off x="-1468876" y="4406437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 rot="10800000">
            <a:off x="7622532" y="489801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 rot="10800000">
            <a:off x="303081" y="4797262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 rot="10800000">
            <a:off x="146117" y="343548"/>
            <a:ext cx="290433" cy="264102"/>
          </a:xfrm>
          <a:custGeom>
            <a:rect b="b" l="l" r="r" t="t"/>
            <a:pathLst>
              <a:path extrusionOk="0" h="1093" w="1202">
                <a:moveTo>
                  <a:pt x="602" y="1"/>
                </a:moveTo>
                <a:cubicBezTo>
                  <a:pt x="354" y="1"/>
                  <a:pt x="129" y="170"/>
                  <a:pt x="70" y="421"/>
                </a:cubicBezTo>
                <a:cubicBezTo>
                  <a:pt x="1" y="715"/>
                  <a:pt x="183" y="1010"/>
                  <a:pt x="477" y="1078"/>
                </a:cubicBezTo>
                <a:cubicBezTo>
                  <a:pt x="519" y="1088"/>
                  <a:pt x="561" y="1093"/>
                  <a:pt x="603" y="1093"/>
                </a:cubicBezTo>
                <a:cubicBezTo>
                  <a:pt x="850" y="1093"/>
                  <a:pt x="1074" y="923"/>
                  <a:pt x="1133" y="672"/>
                </a:cubicBezTo>
                <a:cubicBezTo>
                  <a:pt x="1202" y="378"/>
                  <a:pt x="1021" y="85"/>
                  <a:pt x="727" y="15"/>
                </a:cubicBezTo>
                <a:cubicBezTo>
                  <a:pt x="685" y="5"/>
                  <a:pt x="643" y="1"/>
                  <a:pt x="6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 rot="10800000">
            <a:off x="-259571" y="-50167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 rot="10800000">
            <a:off x="8924045" y="4897997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 rot="-1799986">
            <a:off x="7605553" y="-12335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 rot="-1799986">
            <a:off x="5546291" y="3874513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 rot="-1799986">
            <a:off x="-4553997" y="529852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hasCustomPrompt="1" type="title"/>
          </p:nvPr>
        </p:nvSpPr>
        <p:spPr>
          <a:xfrm>
            <a:off x="1156500" y="1422188"/>
            <a:ext cx="68310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3" name="Google Shape;223;p11"/>
          <p:cNvSpPr txBox="1"/>
          <p:nvPr>
            <p:ph idx="1" type="body"/>
          </p:nvPr>
        </p:nvSpPr>
        <p:spPr>
          <a:xfrm>
            <a:off x="1156500" y="3115700"/>
            <a:ext cx="6831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11"/>
          <p:cNvSpPr/>
          <p:nvPr/>
        </p:nvSpPr>
        <p:spPr>
          <a:xfrm flipH="1">
            <a:off x="4893376" y="-284737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 flipH="1">
            <a:off x="1929337" y="-250668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 flipH="1">
            <a:off x="2872889" y="7963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 flipH="1">
            <a:off x="6744964" y="-290671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 flipH="1">
            <a:off x="-2019548" y="-2226216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 flipH="1">
            <a:off x="-1485320" y="-1691735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 flipH="1">
            <a:off x="8190662" y="-769590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 flipH="1">
            <a:off x="8736729" y="-27449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2" name="Google Shape;232;p11"/>
          <p:cNvSpPr/>
          <p:nvPr/>
        </p:nvSpPr>
        <p:spPr>
          <a:xfrm flipH="1">
            <a:off x="7668025" y="4247295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 flipH="1">
            <a:off x="9483132" y="3486824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 flipH="1">
            <a:off x="7400802" y="4777769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 flipH="1">
            <a:off x="8902468" y="260133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 flipH="1">
            <a:off x="1557262" y="50142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 flipH="1">
            <a:off x="-152513" y="4541375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 flipH="1">
            <a:off x="306653" y="888877"/>
            <a:ext cx="709898" cy="709580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 flipH="1">
            <a:off x="4842986" y="474698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 flipH="1">
            <a:off x="236135" y="3161119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 flipH="1">
            <a:off x="5040275" y="103252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 flipH="1">
            <a:off x="109875" y="431857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 flipH="1">
            <a:off x="8123402" y="4190684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/>
          <p:nvPr>
            <p:ph type="title"/>
          </p:nvPr>
        </p:nvSpPr>
        <p:spPr>
          <a:xfrm>
            <a:off x="720000" y="1849000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7" name="Google Shape;247;p13"/>
          <p:cNvSpPr txBox="1"/>
          <p:nvPr>
            <p:ph hasCustomPrompt="1" idx="2" type="title"/>
          </p:nvPr>
        </p:nvSpPr>
        <p:spPr>
          <a:xfrm>
            <a:off x="1250550" y="1388288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idx="1" type="subTitle"/>
          </p:nvPr>
        </p:nvSpPr>
        <p:spPr>
          <a:xfrm>
            <a:off x="720000" y="218656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3"/>
          <p:cNvSpPr txBox="1"/>
          <p:nvPr>
            <p:ph idx="3" type="title"/>
          </p:nvPr>
        </p:nvSpPr>
        <p:spPr>
          <a:xfrm>
            <a:off x="3403800" y="1849000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0" name="Google Shape;250;p13"/>
          <p:cNvSpPr txBox="1"/>
          <p:nvPr>
            <p:ph hasCustomPrompt="1" idx="4" type="title"/>
          </p:nvPr>
        </p:nvSpPr>
        <p:spPr>
          <a:xfrm>
            <a:off x="3934350" y="1388288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/>
          <p:nvPr>
            <p:ph idx="5" type="subTitle"/>
          </p:nvPr>
        </p:nvSpPr>
        <p:spPr>
          <a:xfrm>
            <a:off x="3403800" y="218656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3"/>
          <p:cNvSpPr txBox="1"/>
          <p:nvPr>
            <p:ph idx="6" type="title"/>
          </p:nvPr>
        </p:nvSpPr>
        <p:spPr>
          <a:xfrm>
            <a:off x="5965900" y="1849000"/>
            <a:ext cx="24582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6524200" y="1388288"/>
            <a:ext cx="13416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idx="8" type="subTitle"/>
          </p:nvPr>
        </p:nvSpPr>
        <p:spPr>
          <a:xfrm>
            <a:off x="5965900" y="2186565"/>
            <a:ext cx="2458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13"/>
          <p:cNvSpPr txBox="1"/>
          <p:nvPr>
            <p:ph idx="9" type="title"/>
          </p:nvPr>
        </p:nvSpPr>
        <p:spPr>
          <a:xfrm>
            <a:off x="720000" y="3400479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1250550" y="2939767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idx="14" type="subTitle"/>
          </p:nvPr>
        </p:nvSpPr>
        <p:spPr>
          <a:xfrm>
            <a:off x="720000" y="375892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3"/>
          <p:cNvSpPr txBox="1"/>
          <p:nvPr>
            <p:ph idx="15" type="title"/>
          </p:nvPr>
        </p:nvSpPr>
        <p:spPr>
          <a:xfrm>
            <a:off x="3403800" y="3400479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" name="Google Shape;259;p13"/>
          <p:cNvSpPr txBox="1"/>
          <p:nvPr>
            <p:ph hasCustomPrompt="1" idx="16" type="title"/>
          </p:nvPr>
        </p:nvSpPr>
        <p:spPr>
          <a:xfrm>
            <a:off x="3934350" y="2939767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13"/>
          <p:cNvSpPr txBox="1"/>
          <p:nvPr>
            <p:ph idx="17" type="subTitle"/>
          </p:nvPr>
        </p:nvSpPr>
        <p:spPr>
          <a:xfrm>
            <a:off x="3403800" y="375892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13"/>
          <p:cNvSpPr txBox="1"/>
          <p:nvPr>
            <p:ph idx="18" type="title"/>
          </p:nvPr>
        </p:nvSpPr>
        <p:spPr>
          <a:xfrm>
            <a:off x="5965900" y="3400479"/>
            <a:ext cx="24582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2" name="Google Shape;262;p13"/>
          <p:cNvSpPr txBox="1"/>
          <p:nvPr>
            <p:ph hasCustomPrompt="1" idx="19" type="title"/>
          </p:nvPr>
        </p:nvSpPr>
        <p:spPr>
          <a:xfrm>
            <a:off x="6524200" y="2939767"/>
            <a:ext cx="13416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3"/>
          <p:cNvSpPr txBox="1"/>
          <p:nvPr>
            <p:ph idx="20" type="subTitle"/>
          </p:nvPr>
        </p:nvSpPr>
        <p:spPr>
          <a:xfrm>
            <a:off x="5965900" y="3758925"/>
            <a:ext cx="2458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01044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13"/>
          <p:cNvSpPr/>
          <p:nvPr/>
        </p:nvSpPr>
        <p:spPr>
          <a:xfrm rot="5400000">
            <a:off x="9658283" y="1539125"/>
            <a:ext cx="50" cy="15452"/>
          </a:xfrm>
          <a:custGeom>
            <a:rect b="b" l="l" r="r" t="t"/>
            <a:pathLst>
              <a:path extrusionOk="0" h="306" w="1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 rot="10800000">
            <a:off x="-2436713" y="-24578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 rot="10800000">
            <a:off x="7873497" y="-1311075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 rot="10800000">
            <a:off x="8114987" y="-10697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 rot="10800000">
            <a:off x="41358" y="4802774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 rot="10800000">
            <a:off x="492395" y="525381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 rot="10800000">
            <a:off x="8183904" y="49641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 rot="10800000">
            <a:off x="118103" y="857869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 rot="10800000">
            <a:off x="8880813" y="224882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 rot="10800000">
            <a:off x="8742584" y="3050662"/>
            <a:ext cx="1297365" cy="1182051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 rot="10800000">
            <a:off x="8697061" y="45031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 rot="10800000">
            <a:off x="-250748" y="480277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 rot="10800000">
            <a:off x="187580" y="45899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 rot="10800000">
            <a:off x="7679503" y="-102638"/>
            <a:ext cx="256183" cy="224719"/>
          </a:xfrm>
          <a:custGeom>
            <a:rect b="b" l="l" r="r" t="t"/>
            <a:pathLst>
              <a:path extrusionOk="0" h="1407" w="1604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 rot="10800000">
            <a:off x="1322165" y="129271"/>
            <a:ext cx="197727" cy="182714"/>
          </a:xfrm>
          <a:custGeom>
            <a:rect b="b" l="l" r="r" t="t"/>
            <a:pathLst>
              <a:path extrusionOk="0" h="1144" w="1238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 rot="10800000">
            <a:off x="568550" y="-102654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 rot="10800000">
            <a:off x="9143701" y="2317977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7394509" y="-21490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-3741816" y="-21490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9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658250" y="3010050"/>
            <a:ext cx="5827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6" name="Google Shape;286;p14"/>
          <p:cNvSpPr txBox="1"/>
          <p:nvPr>
            <p:ph idx="1" type="subTitle"/>
          </p:nvPr>
        </p:nvSpPr>
        <p:spPr>
          <a:xfrm>
            <a:off x="1658400" y="1601550"/>
            <a:ext cx="5827200" cy="14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4"/>
          <p:cNvSpPr/>
          <p:nvPr/>
        </p:nvSpPr>
        <p:spPr>
          <a:xfrm rot="10800000">
            <a:off x="7881405" y="-1058254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 flipH="1" rot="10800000">
            <a:off x="7717820" y="3885268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 flipH="1" rot="10800000">
            <a:off x="8252299" y="4420001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 rot="10800000">
            <a:off x="8411852" y="-228884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 rot="10800000">
            <a:off x="6570373" y="619002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 rot="10800000">
            <a:off x="8866120" y="662185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 rot="10800000">
            <a:off x="5270768" y="110491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 rot="10800000">
            <a:off x="9106275" y="1748070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 rot="10800000">
            <a:off x="5451038" y="4817960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 rot="10800000">
            <a:off x="-916426" y="4330237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 rot="10800000">
            <a:off x="1121955" y="-434636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 rot="10800000">
            <a:off x="-587820" y="-775828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 flipH="1" rot="10800000">
            <a:off x="8215577" y="3322812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 rot="10800000">
            <a:off x="5866745" y="4172287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 rot="10800000">
            <a:off x="855531" y="4721062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 rot="10800000">
            <a:off x="7372532" y="427014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 rot="10800000">
            <a:off x="4813367" y="488398"/>
            <a:ext cx="290433" cy="264102"/>
          </a:xfrm>
          <a:custGeom>
            <a:rect b="b" l="l" r="r" t="t"/>
            <a:pathLst>
              <a:path extrusionOk="0" h="1093" w="1202">
                <a:moveTo>
                  <a:pt x="602" y="1"/>
                </a:moveTo>
                <a:cubicBezTo>
                  <a:pt x="354" y="1"/>
                  <a:pt x="129" y="170"/>
                  <a:pt x="70" y="421"/>
                </a:cubicBezTo>
                <a:cubicBezTo>
                  <a:pt x="1" y="715"/>
                  <a:pt x="183" y="1010"/>
                  <a:pt x="477" y="1078"/>
                </a:cubicBezTo>
                <a:cubicBezTo>
                  <a:pt x="519" y="1088"/>
                  <a:pt x="561" y="1093"/>
                  <a:pt x="603" y="1093"/>
                </a:cubicBezTo>
                <a:cubicBezTo>
                  <a:pt x="850" y="1093"/>
                  <a:pt x="1074" y="923"/>
                  <a:pt x="1133" y="672"/>
                </a:cubicBezTo>
                <a:cubicBezTo>
                  <a:pt x="1202" y="378"/>
                  <a:pt x="1021" y="85"/>
                  <a:pt x="727" y="15"/>
                </a:cubicBezTo>
                <a:cubicBezTo>
                  <a:pt x="685" y="5"/>
                  <a:pt x="643" y="1"/>
                  <a:pt x="6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 rot="10800000">
            <a:off x="4407679" y="-35682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 rot="10800000">
            <a:off x="6309657" y="4681072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 rot="10800000">
            <a:off x="-263021" y="845133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 rot="-1799986">
            <a:off x="6811453" y="-92517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 rot="-1799986">
            <a:off x="-2000972" y="21113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 rot="-1799986">
            <a:off x="4410353" y="339293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 rot="-1799986">
            <a:off x="-4001547" y="522232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" type="subTitle"/>
          </p:nvPr>
        </p:nvSpPr>
        <p:spPr>
          <a:xfrm>
            <a:off x="918175" y="1732100"/>
            <a:ext cx="3559200" cy="30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20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" type="subTitle"/>
          </p:nvPr>
        </p:nvSpPr>
        <p:spPr>
          <a:xfrm>
            <a:off x="4666650" y="1732100"/>
            <a:ext cx="35592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15"/>
          <p:cNvSpPr/>
          <p:nvPr/>
        </p:nvSpPr>
        <p:spPr>
          <a:xfrm flipH="1">
            <a:off x="-2248105" y="4152893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 flipH="1">
            <a:off x="8009067" y="471606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 flipH="1">
            <a:off x="8303595" y="5147873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 flipH="1">
            <a:off x="-258197" y="-1098080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 flipH="1">
            <a:off x="525529" y="-195863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 flipH="1">
            <a:off x="8372512" y="-132989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 flipH="1">
            <a:off x="-118919" y="4040307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 flipH="1">
            <a:off x="306711" y="4285233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 flipH="1">
            <a:off x="8273796" y="39598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 flipH="1">
            <a:off x="8885669" y="416641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 flipH="1">
            <a:off x="-358914" y="-85348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 flipH="1">
            <a:off x="376189" y="503371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 flipH="1">
            <a:off x="8031695" y="4596855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 flipH="1">
            <a:off x="8743755" y="4040320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 flipH="1">
            <a:off x="8536453" y="4646987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 flipH="1">
            <a:off x="770933" y="474841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 flipH="1">
            <a:off x="-308766" y="654780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 rot="-1799986">
            <a:off x="7762062" y="-1042309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 rot="-1799986">
            <a:off x="-2204888" y="36291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 rot="-1799986">
            <a:off x="6069412" y="377030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 flipH="1" rot="1799986">
            <a:off x="-2116413" y="4255741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7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8" name="Google Shape;338;p16"/>
          <p:cNvSpPr txBox="1"/>
          <p:nvPr>
            <p:ph idx="2" type="title"/>
          </p:nvPr>
        </p:nvSpPr>
        <p:spPr>
          <a:xfrm>
            <a:off x="5070754" y="2412300"/>
            <a:ext cx="24318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9" name="Google Shape;339;p16"/>
          <p:cNvSpPr txBox="1"/>
          <p:nvPr>
            <p:ph idx="1" type="subTitle"/>
          </p:nvPr>
        </p:nvSpPr>
        <p:spPr>
          <a:xfrm>
            <a:off x="5070738" y="2886350"/>
            <a:ext cx="2431800" cy="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6"/>
          <p:cNvSpPr txBox="1"/>
          <p:nvPr>
            <p:ph idx="3" type="title"/>
          </p:nvPr>
        </p:nvSpPr>
        <p:spPr>
          <a:xfrm>
            <a:off x="1641475" y="2412300"/>
            <a:ext cx="24318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1" name="Google Shape;341;p16"/>
          <p:cNvSpPr txBox="1"/>
          <p:nvPr>
            <p:ph idx="4" type="subTitle"/>
          </p:nvPr>
        </p:nvSpPr>
        <p:spPr>
          <a:xfrm>
            <a:off x="1641463" y="2886350"/>
            <a:ext cx="2431800" cy="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16"/>
          <p:cNvSpPr/>
          <p:nvPr/>
        </p:nvSpPr>
        <p:spPr>
          <a:xfrm flipH="1">
            <a:off x="-1892028" y="3859901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 flipH="1">
            <a:off x="7826394" y="4354256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 flipH="1">
            <a:off x="8605505" y="3564378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 flipH="1">
            <a:off x="886955" y="258183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 flipH="1">
            <a:off x="8150951" y="-220930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 flipH="1">
            <a:off x="436507" y="3559191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 flipH="1">
            <a:off x="662788" y="3992242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 flipH="1">
            <a:off x="8052236" y="308041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 flipH="1">
            <a:off x="7969213" y="4352486"/>
            <a:ext cx="141028" cy="12090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 flipH="1">
            <a:off x="8344357" y="902596"/>
            <a:ext cx="1297365" cy="1182051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 flipH="1">
            <a:off x="8664108" y="328700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 flipH="1">
            <a:off x="-182913" y="359036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 flipH="1">
            <a:off x="552190" y="947754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 flipH="1">
            <a:off x="239556" y="1076000"/>
            <a:ext cx="130168" cy="109884"/>
          </a:xfrm>
          <a:custGeom>
            <a:rect b="b" l="l" r="r" t="t"/>
            <a:pathLst>
              <a:path extrusionOk="0" h="688" w="815">
                <a:moveTo>
                  <a:pt x="434" y="0"/>
                </a:moveTo>
                <a:cubicBezTo>
                  <a:pt x="179" y="0"/>
                  <a:pt x="1" y="287"/>
                  <a:pt x="144" y="524"/>
                </a:cubicBezTo>
                <a:cubicBezTo>
                  <a:pt x="213" y="635"/>
                  <a:pt x="325" y="687"/>
                  <a:pt x="435" y="687"/>
                </a:cubicBezTo>
                <a:cubicBezTo>
                  <a:pt x="583" y="687"/>
                  <a:pt x="730" y="594"/>
                  <a:pt x="770" y="424"/>
                </a:cubicBezTo>
                <a:cubicBezTo>
                  <a:pt x="814" y="241"/>
                  <a:pt x="702" y="56"/>
                  <a:pt x="517" y="10"/>
                </a:cubicBezTo>
                <a:cubicBezTo>
                  <a:pt x="489" y="4"/>
                  <a:pt x="461" y="0"/>
                  <a:pt x="4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 flipH="1">
            <a:off x="1013510" y="4187983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 flipH="1">
            <a:off x="-89164" y="1434914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 flipH="1">
            <a:off x="-182923" y="3080743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 flipH="1">
            <a:off x="1650368" y="-220918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 flipH="1">
            <a:off x="6956357" y="-260908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7204684" y="93472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-3922466" y="93472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 flipH="1">
            <a:off x="-1457241" y="4163735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 flipH="1">
            <a:off x="4909484" y="4163735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 txBox="1"/>
          <p:nvPr>
            <p:ph type="title"/>
          </p:nvPr>
        </p:nvSpPr>
        <p:spPr>
          <a:xfrm>
            <a:off x="3386150" y="2545763"/>
            <a:ext cx="36516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17"/>
          <p:cNvSpPr txBox="1"/>
          <p:nvPr>
            <p:ph hasCustomPrompt="1" idx="2" type="title"/>
          </p:nvPr>
        </p:nvSpPr>
        <p:spPr>
          <a:xfrm>
            <a:off x="5762450" y="16316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1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8" name="Google Shape;368;p17"/>
          <p:cNvSpPr txBox="1"/>
          <p:nvPr>
            <p:ph idx="1" type="subTitle"/>
          </p:nvPr>
        </p:nvSpPr>
        <p:spPr>
          <a:xfrm>
            <a:off x="4701350" y="3382178"/>
            <a:ext cx="2336400" cy="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7"/>
          <p:cNvSpPr/>
          <p:nvPr/>
        </p:nvSpPr>
        <p:spPr>
          <a:xfrm rot="10800000">
            <a:off x="4499826" y="5328815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 rot="10800000">
            <a:off x="1443962" y="4934603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 rot="10800000">
            <a:off x="2479339" y="5062300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 rot="10800000">
            <a:off x="6351414" y="5097226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 rot="10800000">
            <a:off x="-2413098" y="4063622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 rot="10800000">
            <a:off x="-1878870" y="4598354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 rot="10800000">
            <a:off x="7797112" y="4618324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 rot="10800000">
            <a:off x="8343179" y="5116328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77" name="Google Shape;377;p17"/>
          <p:cNvSpPr/>
          <p:nvPr/>
        </p:nvSpPr>
        <p:spPr>
          <a:xfrm rot="10800000">
            <a:off x="7274475" y="833269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 rot="10800000">
            <a:off x="9089582" y="1593498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 rot="10800000">
            <a:off x="7007252" y="526544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 rot="10800000">
            <a:off x="8508918" y="3438790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 rot="10800000">
            <a:off x="1163712" y="-18482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 rot="10800000">
            <a:off x="-546063" y="-359675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 rot="10800000">
            <a:off x="-283671" y="3438790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 rot="10800000">
            <a:off x="4449436" y="59333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 rot="10800000">
            <a:off x="-157415" y="1645436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 flipH="1">
            <a:off x="4469625" y="59326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 flipH="1">
            <a:off x="-460775" y="4274651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 rot="10800000">
            <a:off x="7729852" y="-2353278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 txBox="1"/>
          <p:nvPr>
            <p:ph type="title"/>
          </p:nvPr>
        </p:nvSpPr>
        <p:spPr>
          <a:xfrm>
            <a:off x="3403800" y="2381144"/>
            <a:ext cx="233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1" name="Google Shape;391;p18"/>
          <p:cNvSpPr txBox="1"/>
          <p:nvPr>
            <p:ph idx="1" type="subTitle"/>
          </p:nvPr>
        </p:nvSpPr>
        <p:spPr>
          <a:xfrm>
            <a:off x="3403800" y="2914025"/>
            <a:ext cx="2336400" cy="85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18"/>
          <p:cNvSpPr txBox="1"/>
          <p:nvPr>
            <p:ph idx="2" type="title"/>
          </p:nvPr>
        </p:nvSpPr>
        <p:spPr>
          <a:xfrm>
            <a:off x="732300" y="2381144"/>
            <a:ext cx="233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3" name="Google Shape;393;p18"/>
          <p:cNvSpPr txBox="1"/>
          <p:nvPr>
            <p:ph idx="3" type="subTitle"/>
          </p:nvPr>
        </p:nvSpPr>
        <p:spPr>
          <a:xfrm>
            <a:off x="732300" y="2908850"/>
            <a:ext cx="2336400" cy="85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8"/>
          <p:cNvSpPr txBox="1"/>
          <p:nvPr>
            <p:ph idx="4" type="title"/>
          </p:nvPr>
        </p:nvSpPr>
        <p:spPr>
          <a:xfrm>
            <a:off x="6075300" y="2381144"/>
            <a:ext cx="233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5" name="Google Shape;395;p18"/>
          <p:cNvSpPr txBox="1"/>
          <p:nvPr>
            <p:ph idx="5" type="subTitle"/>
          </p:nvPr>
        </p:nvSpPr>
        <p:spPr>
          <a:xfrm>
            <a:off x="6075300" y="2914025"/>
            <a:ext cx="2336400" cy="85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8"/>
          <p:cNvSpPr txBox="1"/>
          <p:nvPr>
            <p:ph idx="6"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7" name="Google Shape;397;p18"/>
          <p:cNvSpPr/>
          <p:nvPr/>
        </p:nvSpPr>
        <p:spPr>
          <a:xfrm flipH="1" rot="-5400000">
            <a:off x="-368205" y="1729625"/>
            <a:ext cx="50" cy="15452"/>
          </a:xfrm>
          <a:custGeom>
            <a:rect b="b" l="l" r="r" t="t"/>
            <a:pathLst>
              <a:path extrusionOk="0" h="306" w="1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 flipH="1" rot="10800000">
            <a:off x="8177175" y="-22673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 flipH="1" rot="10800000">
            <a:off x="-232746" y="-1120575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 flipH="1" rot="10800000">
            <a:off x="8742" y="-8792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 flipH="1" rot="10800000">
            <a:off x="7813731" y="4993274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 flipH="1" rot="10800000">
            <a:off x="8331844" y="544431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 flipH="1" rot="10800000">
            <a:off x="651675" y="51546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 flipH="1" rot="10800000">
            <a:off x="8866809" y="88099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 flipH="1" rot="10800000">
            <a:off x="215421" y="243932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 flipH="1" rot="10800000">
            <a:off x="-749821" y="3241162"/>
            <a:ext cx="1297365" cy="1182051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 flipH="1" rot="10800000">
            <a:off x="268206" y="46936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 flipH="1" rot="10800000">
            <a:off x="8952006" y="499327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 flipH="1" rot="10800000">
            <a:off x="8936284" y="47804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 flipH="1" rot="10800000">
            <a:off x="1354442" y="87862"/>
            <a:ext cx="256183" cy="224719"/>
          </a:xfrm>
          <a:custGeom>
            <a:rect b="b" l="l" r="r" t="t"/>
            <a:pathLst>
              <a:path extrusionOk="0" h="1407" w="1604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 flipH="1" rot="10800000">
            <a:off x="7770236" y="319771"/>
            <a:ext cx="197727" cy="182714"/>
          </a:xfrm>
          <a:custGeom>
            <a:rect b="b" l="l" r="r" t="t"/>
            <a:pathLst>
              <a:path extrusionOk="0" h="1144" w="1238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 flipH="1" rot="10800000">
            <a:off x="8226621" y="87846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 flipH="1" rot="10800000">
            <a:off x="-348690" y="2508477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 flipH="1">
            <a:off x="-1171441" y="3854260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 flipH="1">
            <a:off x="7139384" y="-225790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4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"/>
          <p:cNvSpPr txBox="1"/>
          <p:nvPr>
            <p:ph type="title"/>
          </p:nvPr>
        </p:nvSpPr>
        <p:spPr>
          <a:xfrm>
            <a:off x="720000" y="3357727"/>
            <a:ext cx="23364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8" name="Google Shape;418;p19"/>
          <p:cNvSpPr txBox="1"/>
          <p:nvPr>
            <p:ph idx="1" type="subTitle"/>
          </p:nvPr>
        </p:nvSpPr>
        <p:spPr>
          <a:xfrm>
            <a:off x="720000" y="3809752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9"/>
          <p:cNvSpPr txBox="1"/>
          <p:nvPr>
            <p:ph idx="2" type="title"/>
          </p:nvPr>
        </p:nvSpPr>
        <p:spPr>
          <a:xfrm>
            <a:off x="3403800" y="3357727"/>
            <a:ext cx="23364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19"/>
          <p:cNvSpPr txBox="1"/>
          <p:nvPr>
            <p:ph idx="3" type="subTitle"/>
          </p:nvPr>
        </p:nvSpPr>
        <p:spPr>
          <a:xfrm>
            <a:off x="3403800" y="3809752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9"/>
          <p:cNvSpPr txBox="1"/>
          <p:nvPr>
            <p:ph idx="4" type="title"/>
          </p:nvPr>
        </p:nvSpPr>
        <p:spPr>
          <a:xfrm>
            <a:off x="6087600" y="3357727"/>
            <a:ext cx="23364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2" name="Google Shape;422;p19"/>
          <p:cNvSpPr txBox="1"/>
          <p:nvPr>
            <p:ph idx="5" type="subTitle"/>
          </p:nvPr>
        </p:nvSpPr>
        <p:spPr>
          <a:xfrm>
            <a:off x="6087600" y="3809752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9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4" name="Google Shape;424;p19"/>
          <p:cNvSpPr/>
          <p:nvPr/>
        </p:nvSpPr>
        <p:spPr>
          <a:xfrm flipH="1" rot="10800000">
            <a:off x="7736493" y="-28007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 flipH="1" rot="10800000">
            <a:off x="-620390" y="-146365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 flipH="1" rot="10800000">
            <a:off x="-431940" y="-14126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 flipH="1" rot="10800000">
            <a:off x="7861212" y="4631749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 flipH="1" rot="10800000">
            <a:off x="8046637" y="463176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 flipH="1" rot="10800000">
            <a:off x="210993" y="46212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 flipH="1" rot="10800000">
            <a:off x="8861181" y="592520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 flipH="1" rot="10800000">
            <a:off x="8426127" y="34759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 flipH="1" rot="10800000">
            <a:off x="570364" y="4329160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 flipH="1" rot="10800000">
            <a:off x="-172475" y="41602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 flipH="1" rot="10800000">
            <a:off x="8808099" y="439842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 flipH="1" rot="10800000">
            <a:off x="8495602" y="42470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 flipH="1" rot="10800000">
            <a:off x="826520" y="153363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 flipH="1" rot="10800000">
            <a:off x="114300" y="709578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 flipH="1" rot="10800000">
            <a:off x="294291" y="63142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 flipH="1" rot="10800000">
            <a:off x="7772164" y="-29654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 flipH="1" rot="10800000">
            <a:off x="8854978" y="3710365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 flipH="1" rot="1799986">
            <a:off x="-4391772" y="-11048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 flipH="1" rot="1799986">
            <a:off x="4580778" y="-3217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 flipH="1" rot="1799986">
            <a:off x="-3091447" y="38574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 rot="-1799986">
            <a:off x="5144753" y="44477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/>
          <p:nvPr>
            <p:ph idx="7" type="pic"/>
          </p:nvPr>
        </p:nvSpPr>
        <p:spPr>
          <a:xfrm>
            <a:off x="858000" y="1200075"/>
            <a:ext cx="2060400" cy="207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6" name="Google Shape;446;p19"/>
          <p:cNvSpPr/>
          <p:nvPr>
            <p:ph idx="8" type="pic"/>
          </p:nvPr>
        </p:nvSpPr>
        <p:spPr>
          <a:xfrm>
            <a:off x="3504450" y="1200075"/>
            <a:ext cx="2060400" cy="207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7" name="Google Shape;447;p19"/>
          <p:cNvSpPr/>
          <p:nvPr>
            <p:ph idx="9" type="pic"/>
          </p:nvPr>
        </p:nvSpPr>
        <p:spPr>
          <a:xfrm>
            <a:off x="6225600" y="1200075"/>
            <a:ext cx="2060400" cy="2073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0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"/>
          <p:cNvSpPr txBox="1"/>
          <p:nvPr>
            <p:ph type="title"/>
          </p:nvPr>
        </p:nvSpPr>
        <p:spPr>
          <a:xfrm>
            <a:off x="1950150" y="1589625"/>
            <a:ext cx="2295600" cy="80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0" name="Google Shape;450;p20"/>
          <p:cNvSpPr txBox="1"/>
          <p:nvPr>
            <p:ph idx="1" type="subTitle"/>
          </p:nvPr>
        </p:nvSpPr>
        <p:spPr>
          <a:xfrm>
            <a:off x="1950150" y="2390025"/>
            <a:ext cx="229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20"/>
          <p:cNvSpPr txBox="1"/>
          <p:nvPr>
            <p:ph idx="2" type="title"/>
          </p:nvPr>
        </p:nvSpPr>
        <p:spPr>
          <a:xfrm>
            <a:off x="5196054" y="1589625"/>
            <a:ext cx="2295600" cy="80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2" name="Google Shape;452;p20"/>
          <p:cNvSpPr txBox="1"/>
          <p:nvPr>
            <p:ph idx="3" type="subTitle"/>
          </p:nvPr>
        </p:nvSpPr>
        <p:spPr>
          <a:xfrm>
            <a:off x="5196050" y="2390025"/>
            <a:ext cx="229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20"/>
          <p:cNvSpPr txBox="1"/>
          <p:nvPr>
            <p:ph idx="4" type="title"/>
          </p:nvPr>
        </p:nvSpPr>
        <p:spPr>
          <a:xfrm>
            <a:off x="1950150" y="3156550"/>
            <a:ext cx="2295600" cy="80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4" name="Google Shape;454;p20"/>
          <p:cNvSpPr txBox="1"/>
          <p:nvPr>
            <p:ph idx="5" type="subTitle"/>
          </p:nvPr>
        </p:nvSpPr>
        <p:spPr>
          <a:xfrm>
            <a:off x="1950150" y="3956950"/>
            <a:ext cx="229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20"/>
          <p:cNvSpPr txBox="1"/>
          <p:nvPr>
            <p:ph idx="6" type="title"/>
          </p:nvPr>
        </p:nvSpPr>
        <p:spPr>
          <a:xfrm>
            <a:off x="5196054" y="3156550"/>
            <a:ext cx="2295600" cy="80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6" name="Google Shape;456;p20"/>
          <p:cNvSpPr txBox="1"/>
          <p:nvPr>
            <p:ph idx="7" type="subTitle"/>
          </p:nvPr>
        </p:nvSpPr>
        <p:spPr>
          <a:xfrm>
            <a:off x="5196000" y="3956950"/>
            <a:ext cx="229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20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8" name="Google Shape;458;p20"/>
          <p:cNvSpPr/>
          <p:nvPr/>
        </p:nvSpPr>
        <p:spPr>
          <a:xfrm rot="10800000">
            <a:off x="-2163567" y="-2663484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 rot="10800000">
            <a:off x="8093605" y="-1326363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0"/>
          <p:cNvSpPr/>
          <p:nvPr/>
        </p:nvSpPr>
        <p:spPr>
          <a:xfrm rot="10800000">
            <a:off x="8388133" y="-1275357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 rot="10800000">
            <a:off x="-173659" y="4769036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 rot="10800000">
            <a:off x="610066" y="4769049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 rot="10800000">
            <a:off x="8457050" y="4758561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 rot="10800000">
            <a:off x="-34382" y="729807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 rot="10800000">
            <a:off x="391249" y="484881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 rot="10800000">
            <a:off x="8358334" y="4466447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 rot="10800000">
            <a:off x="8970207" y="4297573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/>
          <p:nvPr/>
        </p:nvSpPr>
        <p:spPr>
          <a:xfrm rot="10800000">
            <a:off x="-274377" y="4535713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 rot="10800000">
            <a:off x="460726" y="4384294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/>
          <p:nvPr/>
        </p:nvSpPr>
        <p:spPr>
          <a:xfrm rot="10800000">
            <a:off x="8116233" y="290650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 rot="10800000">
            <a:off x="8828293" y="846865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 rot="10800000">
            <a:off x="8620991" y="200429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 rot="10800000">
            <a:off x="855471" y="-159254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0"/>
          <p:cNvSpPr/>
          <p:nvPr/>
        </p:nvSpPr>
        <p:spPr>
          <a:xfrm rot="10800000">
            <a:off x="-227503" y="3847652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/>
          <p:nvPr/>
        </p:nvSpPr>
        <p:spPr>
          <a:xfrm rot="-1799986">
            <a:off x="7244724" y="-967599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/>
          <p:nvPr/>
        </p:nvSpPr>
        <p:spPr>
          <a:xfrm rot="-1799986">
            <a:off x="-1727826" y="-184499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 rot="-1799986">
            <a:off x="5944399" y="399477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"/>
          <p:cNvSpPr/>
          <p:nvPr/>
        </p:nvSpPr>
        <p:spPr>
          <a:xfrm flipH="1" rot="1799986">
            <a:off x="-2291801" y="458507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0_1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1" name="Google Shape;481;p21"/>
          <p:cNvSpPr txBox="1"/>
          <p:nvPr>
            <p:ph idx="2" type="title"/>
          </p:nvPr>
        </p:nvSpPr>
        <p:spPr>
          <a:xfrm>
            <a:off x="1132975" y="1491381"/>
            <a:ext cx="20220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2" name="Google Shape;482;p21"/>
          <p:cNvSpPr txBox="1"/>
          <p:nvPr>
            <p:ph idx="1" type="subTitle"/>
          </p:nvPr>
        </p:nvSpPr>
        <p:spPr>
          <a:xfrm>
            <a:off x="1132975" y="2194800"/>
            <a:ext cx="202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21"/>
          <p:cNvSpPr txBox="1"/>
          <p:nvPr>
            <p:ph idx="3" type="title"/>
          </p:nvPr>
        </p:nvSpPr>
        <p:spPr>
          <a:xfrm>
            <a:off x="5989017" y="1491375"/>
            <a:ext cx="20220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4" name="Google Shape;484;p21"/>
          <p:cNvSpPr txBox="1"/>
          <p:nvPr>
            <p:ph idx="4" type="subTitle"/>
          </p:nvPr>
        </p:nvSpPr>
        <p:spPr>
          <a:xfrm>
            <a:off x="5989025" y="2193375"/>
            <a:ext cx="202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21"/>
          <p:cNvSpPr txBox="1"/>
          <p:nvPr>
            <p:ph idx="5" type="title"/>
          </p:nvPr>
        </p:nvSpPr>
        <p:spPr>
          <a:xfrm>
            <a:off x="1132975" y="2894451"/>
            <a:ext cx="20220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6" name="Google Shape;486;p21"/>
          <p:cNvSpPr txBox="1"/>
          <p:nvPr>
            <p:ph idx="6" type="subTitle"/>
          </p:nvPr>
        </p:nvSpPr>
        <p:spPr>
          <a:xfrm>
            <a:off x="1132975" y="3597575"/>
            <a:ext cx="202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idx="7" type="title"/>
          </p:nvPr>
        </p:nvSpPr>
        <p:spPr>
          <a:xfrm>
            <a:off x="5989017" y="2891981"/>
            <a:ext cx="20220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8" name="Google Shape;488;p21"/>
          <p:cNvSpPr txBox="1"/>
          <p:nvPr>
            <p:ph idx="8" type="subTitle"/>
          </p:nvPr>
        </p:nvSpPr>
        <p:spPr>
          <a:xfrm>
            <a:off x="5989025" y="3597575"/>
            <a:ext cx="202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21"/>
          <p:cNvSpPr/>
          <p:nvPr/>
        </p:nvSpPr>
        <p:spPr>
          <a:xfrm rot="10800000">
            <a:off x="-2049267" y="-28388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1"/>
          <p:cNvSpPr/>
          <p:nvPr/>
        </p:nvSpPr>
        <p:spPr>
          <a:xfrm rot="10800000">
            <a:off x="8207905" y="-150175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 rot="10800000">
            <a:off x="8502433" y="-14507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1"/>
          <p:cNvSpPr/>
          <p:nvPr/>
        </p:nvSpPr>
        <p:spPr>
          <a:xfrm rot="10800000">
            <a:off x="-59359" y="4593649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 rot="10800000">
            <a:off x="724366" y="459366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1"/>
          <p:cNvSpPr/>
          <p:nvPr/>
        </p:nvSpPr>
        <p:spPr>
          <a:xfrm rot="10800000">
            <a:off x="8571350" y="45831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1"/>
          <p:cNvSpPr/>
          <p:nvPr/>
        </p:nvSpPr>
        <p:spPr>
          <a:xfrm rot="10800000">
            <a:off x="79918" y="554420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1"/>
          <p:cNvSpPr/>
          <p:nvPr/>
        </p:nvSpPr>
        <p:spPr>
          <a:xfrm rot="10800000">
            <a:off x="505549" y="30949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1"/>
          <p:cNvSpPr/>
          <p:nvPr/>
        </p:nvSpPr>
        <p:spPr>
          <a:xfrm rot="10800000">
            <a:off x="8472634" y="4291060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 rot="10800000">
            <a:off x="9084507" y="41221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/>
          <p:cNvSpPr/>
          <p:nvPr/>
        </p:nvSpPr>
        <p:spPr>
          <a:xfrm rot="10800000">
            <a:off x="-160077" y="436032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 rot="10800000">
            <a:off x="575026" y="42089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1"/>
          <p:cNvSpPr/>
          <p:nvPr/>
        </p:nvSpPr>
        <p:spPr>
          <a:xfrm rot="10800000">
            <a:off x="8230533" y="115263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8942593" y="671478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 rot="10800000">
            <a:off x="8735291" y="25042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/>
          <p:cNvSpPr/>
          <p:nvPr/>
        </p:nvSpPr>
        <p:spPr>
          <a:xfrm rot="10800000">
            <a:off x="969771" y="-33464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/>
          <p:nvPr/>
        </p:nvSpPr>
        <p:spPr>
          <a:xfrm rot="10800000">
            <a:off x="-113203" y="3672265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 rot="-1799986">
            <a:off x="7359024" y="-11429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 rot="-1799986">
            <a:off x="-1613526" y="-3598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 rot="-1799986">
            <a:off x="6058699" y="38193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 flipH="1" rot="1799986">
            <a:off x="-2177501" y="44096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0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"/>
          <p:cNvSpPr txBox="1"/>
          <p:nvPr>
            <p:ph type="title"/>
          </p:nvPr>
        </p:nvSpPr>
        <p:spPr>
          <a:xfrm>
            <a:off x="719975" y="1747700"/>
            <a:ext cx="2305500" cy="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2" name="Google Shape;512;p22"/>
          <p:cNvSpPr txBox="1"/>
          <p:nvPr>
            <p:ph idx="1" type="subTitle"/>
          </p:nvPr>
        </p:nvSpPr>
        <p:spPr>
          <a:xfrm>
            <a:off x="719975" y="213710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22"/>
          <p:cNvSpPr txBox="1"/>
          <p:nvPr>
            <p:ph idx="2" type="title"/>
          </p:nvPr>
        </p:nvSpPr>
        <p:spPr>
          <a:xfrm>
            <a:off x="3419246" y="1747700"/>
            <a:ext cx="2305500" cy="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4" name="Google Shape;514;p22"/>
          <p:cNvSpPr txBox="1"/>
          <p:nvPr>
            <p:ph idx="3" type="subTitle"/>
          </p:nvPr>
        </p:nvSpPr>
        <p:spPr>
          <a:xfrm>
            <a:off x="3419246" y="213710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22"/>
          <p:cNvSpPr txBox="1"/>
          <p:nvPr>
            <p:ph idx="4" type="title"/>
          </p:nvPr>
        </p:nvSpPr>
        <p:spPr>
          <a:xfrm>
            <a:off x="719975" y="3333500"/>
            <a:ext cx="23055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6" name="Google Shape;516;p22"/>
          <p:cNvSpPr txBox="1"/>
          <p:nvPr>
            <p:ph idx="5" type="subTitle"/>
          </p:nvPr>
        </p:nvSpPr>
        <p:spPr>
          <a:xfrm>
            <a:off x="719963" y="3759200"/>
            <a:ext cx="2305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22"/>
          <p:cNvSpPr txBox="1"/>
          <p:nvPr>
            <p:ph idx="6" type="title"/>
          </p:nvPr>
        </p:nvSpPr>
        <p:spPr>
          <a:xfrm>
            <a:off x="3419246" y="3333500"/>
            <a:ext cx="23055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8" name="Google Shape;518;p22"/>
          <p:cNvSpPr txBox="1"/>
          <p:nvPr>
            <p:ph idx="7" type="subTitle"/>
          </p:nvPr>
        </p:nvSpPr>
        <p:spPr>
          <a:xfrm>
            <a:off x="3419233" y="3759200"/>
            <a:ext cx="2305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22"/>
          <p:cNvSpPr txBox="1"/>
          <p:nvPr>
            <p:ph idx="8" type="title"/>
          </p:nvPr>
        </p:nvSpPr>
        <p:spPr>
          <a:xfrm>
            <a:off x="6118524" y="1747700"/>
            <a:ext cx="2305500" cy="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0" name="Google Shape;520;p22"/>
          <p:cNvSpPr txBox="1"/>
          <p:nvPr>
            <p:ph idx="9" type="subTitle"/>
          </p:nvPr>
        </p:nvSpPr>
        <p:spPr>
          <a:xfrm>
            <a:off x="6118524" y="213710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22"/>
          <p:cNvSpPr txBox="1"/>
          <p:nvPr>
            <p:ph idx="13" type="title"/>
          </p:nvPr>
        </p:nvSpPr>
        <p:spPr>
          <a:xfrm>
            <a:off x="6118524" y="3333500"/>
            <a:ext cx="23055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2" name="Google Shape;522;p22"/>
          <p:cNvSpPr txBox="1"/>
          <p:nvPr>
            <p:ph idx="14" type="subTitle"/>
          </p:nvPr>
        </p:nvSpPr>
        <p:spPr>
          <a:xfrm>
            <a:off x="6118511" y="3759200"/>
            <a:ext cx="2305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22"/>
          <p:cNvSpPr txBox="1"/>
          <p:nvPr>
            <p:ph idx="15"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4" name="Google Shape;524;p22"/>
          <p:cNvSpPr/>
          <p:nvPr/>
        </p:nvSpPr>
        <p:spPr>
          <a:xfrm>
            <a:off x="7899606" y="4381493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-457278" y="494466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-268827" y="5376473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8024324" y="-869480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8209749" y="32737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"/>
          <p:cNvSpPr/>
          <p:nvPr/>
        </p:nvSpPr>
        <p:spPr>
          <a:xfrm>
            <a:off x="374106" y="95611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>
            <a:off x="9024294" y="4268907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2"/>
          <p:cNvSpPr/>
          <p:nvPr/>
        </p:nvSpPr>
        <p:spPr>
          <a:xfrm>
            <a:off x="8589240" y="4513833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2"/>
          <p:cNvSpPr/>
          <p:nvPr/>
        </p:nvSpPr>
        <p:spPr>
          <a:xfrm>
            <a:off x="733476" y="62458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-9363" y="645241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8971212" y="143252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8658715" y="731971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989633" y="4825455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146213" y="4046995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49404" y="4717750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7935277" y="497701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9018091" y="970105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2"/>
          <p:cNvSpPr/>
          <p:nvPr/>
        </p:nvSpPr>
        <p:spPr>
          <a:xfrm flipH="1" rot="1799986">
            <a:off x="-4590609" y="-112943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2"/>
          <p:cNvSpPr/>
          <p:nvPr/>
        </p:nvSpPr>
        <p:spPr>
          <a:xfrm flipH="1" rot="1799986">
            <a:off x="4953441" y="-24313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 flipH="1" rot="1799986">
            <a:off x="-2767409" y="4057441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2"/>
          <p:cNvSpPr/>
          <p:nvPr/>
        </p:nvSpPr>
        <p:spPr>
          <a:xfrm rot="-1799986">
            <a:off x="5136416" y="422196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3"/>
          <p:cNvSpPr txBox="1"/>
          <p:nvPr>
            <p:ph hasCustomPrompt="1" type="title"/>
          </p:nvPr>
        </p:nvSpPr>
        <p:spPr>
          <a:xfrm>
            <a:off x="1888375" y="682950"/>
            <a:ext cx="55443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47" name="Google Shape;547;p23"/>
          <p:cNvSpPr txBox="1"/>
          <p:nvPr>
            <p:ph idx="1" type="subTitle"/>
          </p:nvPr>
        </p:nvSpPr>
        <p:spPr>
          <a:xfrm>
            <a:off x="1888375" y="1466850"/>
            <a:ext cx="5544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23"/>
          <p:cNvSpPr txBox="1"/>
          <p:nvPr>
            <p:ph hasCustomPrompt="1" idx="2" type="title"/>
          </p:nvPr>
        </p:nvSpPr>
        <p:spPr>
          <a:xfrm>
            <a:off x="1888375" y="2008200"/>
            <a:ext cx="55443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49" name="Google Shape;549;p23"/>
          <p:cNvSpPr txBox="1"/>
          <p:nvPr>
            <p:ph idx="3" type="subTitle"/>
          </p:nvPr>
        </p:nvSpPr>
        <p:spPr>
          <a:xfrm>
            <a:off x="1888375" y="2792103"/>
            <a:ext cx="5544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23"/>
          <p:cNvSpPr txBox="1"/>
          <p:nvPr>
            <p:ph hasCustomPrompt="1" idx="4" type="title"/>
          </p:nvPr>
        </p:nvSpPr>
        <p:spPr>
          <a:xfrm>
            <a:off x="1888375" y="3333335"/>
            <a:ext cx="55443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51" name="Google Shape;551;p23"/>
          <p:cNvSpPr txBox="1"/>
          <p:nvPr>
            <p:ph idx="5" type="subTitle"/>
          </p:nvPr>
        </p:nvSpPr>
        <p:spPr>
          <a:xfrm>
            <a:off x="1888375" y="4117360"/>
            <a:ext cx="5544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23"/>
          <p:cNvSpPr/>
          <p:nvPr/>
        </p:nvSpPr>
        <p:spPr>
          <a:xfrm flipH="1">
            <a:off x="-2248105" y="4152893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"/>
          <p:cNvSpPr/>
          <p:nvPr/>
        </p:nvSpPr>
        <p:spPr>
          <a:xfrm flipH="1">
            <a:off x="8009067" y="471606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 flipH="1">
            <a:off x="8303595" y="5147873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 flipH="1">
            <a:off x="-258197" y="-1098080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 flipH="1">
            <a:off x="525529" y="-195863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 flipH="1">
            <a:off x="8372512" y="-132989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 flipH="1">
            <a:off x="-118919" y="4040307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 flipH="1">
            <a:off x="306711" y="4285233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 flipH="1">
            <a:off x="8273796" y="39598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 flipH="1">
            <a:off x="8885669" y="416641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 flipH="1">
            <a:off x="-358914" y="-85348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 flipH="1">
            <a:off x="376189" y="503371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/>
          <p:nvPr/>
        </p:nvSpPr>
        <p:spPr>
          <a:xfrm flipH="1">
            <a:off x="8031695" y="4596855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 flipH="1">
            <a:off x="8743755" y="4040320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"/>
          <p:cNvSpPr/>
          <p:nvPr/>
        </p:nvSpPr>
        <p:spPr>
          <a:xfrm flipH="1">
            <a:off x="8536453" y="4646987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3"/>
          <p:cNvSpPr/>
          <p:nvPr/>
        </p:nvSpPr>
        <p:spPr>
          <a:xfrm flipH="1">
            <a:off x="770933" y="474841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 flipH="1">
            <a:off x="-312041" y="741505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 rot="-1799986">
            <a:off x="7160187" y="-237909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"/>
          <p:cNvSpPr/>
          <p:nvPr/>
        </p:nvSpPr>
        <p:spPr>
          <a:xfrm rot="-1799986">
            <a:off x="-1831413" y="23311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 rot="-1799986">
            <a:off x="6069412" y="342851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 flipH="1" rot="1799986">
            <a:off x="-2204888" y="399336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5" name="Google Shape;575;p24"/>
          <p:cNvSpPr/>
          <p:nvPr/>
        </p:nvSpPr>
        <p:spPr>
          <a:xfrm flipH="1">
            <a:off x="1006469" y="5612131"/>
            <a:ext cx="25048" cy="22175"/>
          </a:xfrm>
          <a:custGeom>
            <a:rect b="b" l="l" r="r" t="t"/>
            <a:pathLst>
              <a:path extrusionOk="0" h="440" w="497">
                <a:moveTo>
                  <a:pt x="497" y="0"/>
                </a:moveTo>
                <a:lnTo>
                  <a:pt x="0" y="439"/>
                </a:lnTo>
                <a:lnTo>
                  <a:pt x="497" y="439"/>
                </a:lnTo>
                <a:lnTo>
                  <a:pt x="4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 flipH="1">
            <a:off x="6123479" y="5618487"/>
            <a:ext cx="7720" cy="13521"/>
          </a:xfrm>
          <a:custGeom>
            <a:rect b="b" l="l" r="r" t="t"/>
            <a:pathLst>
              <a:path extrusionOk="0" h="268" w="153">
                <a:moveTo>
                  <a:pt x="153" y="0"/>
                </a:moveTo>
                <a:lnTo>
                  <a:pt x="0" y="153"/>
                </a:lnTo>
                <a:lnTo>
                  <a:pt x="115" y="268"/>
                </a:lnTo>
                <a:lnTo>
                  <a:pt x="153" y="268"/>
                </a:lnTo>
                <a:lnTo>
                  <a:pt x="153" y="0"/>
                </a:lnTo>
                <a:close/>
              </a:path>
            </a:pathLst>
          </a:custGeom>
          <a:solidFill>
            <a:srgbClr val="262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 rot="10800000">
            <a:off x="4703176" y="485895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 rot="10800000">
            <a:off x="1588262" y="4818190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 rot="10800000">
            <a:off x="2649889" y="4697388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 rot="10800000">
            <a:off x="6685964" y="4778201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 rot="10800000">
            <a:off x="-2282448" y="3800334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 rot="10800000">
            <a:off x="-1748220" y="4335066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4"/>
          <p:cNvSpPr/>
          <p:nvPr/>
        </p:nvSpPr>
        <p:spPr>
          <a:xfrm rot="10800000">
            <a:off x="8000462" y="4148461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 rot="10800000">
            <a:off x="8546529" y="464646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85" name="Google Shape;585;p24"/>
          <p:cNvSpPr/>
          <p:nvPr/>
        </p:nvSpPr>
        <p:spPr>
          <a:xfrm rot="10800000">
            <a:off x="7807425" y="155056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4"/>
          <p:cNvSpPr/>
          <p:nvPr/>
        </p:nvSpPr>
        <p:spPr>
          <a:xfrm rot="10800000">
            <a:off x="9292932" y="1123636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 rot="10800000">
            <a:off x="7505802" y="-27869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 rot="10800000">
            <a:off x="8712268" y="2968928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 rot="10800000">
            <a:off x="1367062" y="-488345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 rot="10800000">
            <a:off x="-342713" y="-829538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 rot="10800000">
            <a:off x="-471146" y="3292440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 rot="10800000">
            <a:off x="4652786" y="-410529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"/>
          <p:cNvSpPr/>
          <p:nvPr/>
        </p:nvSpPr>
        <p:spPr>
          <a:xfrm rot="10800000">
            <a:off x="-324115" y="959124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-4232500" y="226276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4"/>
          <p:cNvSpPr/>
          <p:nvPr/>
        </p:nvSpPr>
        <p:spPr>
          <a:xfrm>
            <a:off x="5860250" y="4361764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 rot="10800000">
            <a:off x="7933202" y="-2823141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9" name="Google Shape;599;p25"/>
          <p:cNvSpPr/>
          <p:nvPr/>
        </p:nvSpPr>
        <p:spPr>
          <a:xfrm flipH="1" rot="5400000">
            <a:off x="-302725" y="3079820"/>
            <a:ext cx="7720" cy="13521"/>
          </a:xfrm>
          <a:custGeom>
            <a:rect b="b" l="l" r="r" t="t"/>
            <a:pathLst>
              <a:path extrusionOk="0" h="268" w="153">
                <a:moveTo>
                  <a:pt x="153" y="0"/>
                </a:moveTo>
                <a:lnTo>
                  <a:pt x="0" y="153"/>
                </a:lnTo>
                <a:lnTo>
                  <a:pt x="115" y="268"/>
                </a:lnTo>
                <a:lnTo>
                  <a:pt x="153" y="268"/>
                </a:lnTo>
                <a:lnTo>
                  <a:pt x="153" y="0"/>
                </a:lnTo>
                <a:close/>
              </a:path>
            </a:pathLst>
          </a:custGeom>
          <a:solidFill>
            <a:srgbClr val="262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5"/>
          <p:cNvSpPr/>
          <p:nvPr/>
        </p:nvSpPr>
        <p:spPr>
          <a:xfrm rot="-5400000">
            <a:off x="-450793" y="3388518"/>
            <a:ext cx="50" cy="15452"/>
          </a:xfrm>
          <a:custGeom>
            <a:rect b="b" l="l" r="r" t="t"/>
            <a:pathLst>
              <a:path extrusionOk="0" h="306" w="1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8094588" y="3851301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-315333" y="4604794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-73845" y="4846282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7731144" y="-1227797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8249256" y="-776604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5"/>
          <p:cNvSpPr/>
          <p:nvPr/>
        </p:nvSpPr>
        <p:spPr>
          <a:xfrm>
            <a:off x="569088" y="-434580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8784222" y="3983642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132833" y="2517628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-832409" y="710383"/>
            <a:ext cx="1297365" cy="1182051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185619" y="115050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8869419" y="-448389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8853697" y="201779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63854" y="4252589"/>
            <a:ext cx="256183" cy="224719"/>
          </a:xfrm>
          <a:custGeom>
            <a:rect b="b" l="l" r="r" t="t"/>
            <a:pathLst>
              <a:path extrusionOk="0" h="1407" w="1604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7687648" y="4631110"/>
            <a:ext cx="197727" cy="182714"/>
          </a:xfrm>
          <a:custGeom>
            <a:rect b="b" l="l" r="r" t="t"/>
            <a:pathLst>
              <a:path extrusionOk="0" h="1144" w="1238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8144034" y="4595833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8234635" y="299176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 flipH="1">
            <a:off x="6240372" y="414654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 flipH="1">
            <a:off x="6892822" y="4085229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6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6"/>
          <p:cNvSpPr txBox="1"/>
          <p:nvPr>
            <p:ph type="title"/>
          </p:nvPr>
        </p:nvSpPr>
        <p:spPr>
          <a:xfrm>
            <a:off x="732300" y="858575"/>
            <a:ext cx="3174000" cy="22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1" name="Google Shape;621;p26"/>
          <p:cNvSpPr txBox="1"/>
          <p:nvPr>
            <p:ph idx="1" type="subTitle"/>
          </p:nvPr>
        </p:nvSpPr>
        <p:spPr>
          <a:xfrm>
            <a:off x="732300" y="3140888"/>
            <a:ext cx="31740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26"/>
          <p:cNvSpPr/>
          <p:nvPr/>
        </p:nvSpPr>
        <p:spPr>
          <a:xfrm flipH="1" rot="10800000">
            <a:off x="-1088349" y="-1058254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"/>
          <p:cNvSpPr/>
          <p:nvPr/>
        </p:nvSpPr>
        <p:spPr>
          <a:xfrm rot="10800000">
            <a:off x="-2775853" y="3885268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"/>
          <p:cNvSpPr/>
          <p:nvPr/>
        </p:nvSpPr>
        <p:spPr>
          <a:xfrm rot="10800000">
            <a:off x="-2241625" y="4420001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6"/>
          <p:cNvSpPr/>
          <p:nvPr/>
        </p:nvSpPr>
        <p:spPr>
          <a:xfrm flipH="1" rot="10800000">
            <a:off x="-305806" y="-228884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6"/>
          <p:cNvSpPr/>
          <p:nvPr/>
        </p:nvSpPr>
        <p:spPr>
          <a:xfrm flipH="1" rot="10800000">
            <a:off x="1773461" y="-329152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6"/>
          <p:cNvSpPr/>
          <p:nvPr/>
        </p:nvSpPr>
        <p:spPr>
          <a:xfrm flipH="1" rot="10800000">
            <a:off x="2883361" y="110491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6"/>
          <p:cNvSpPr/>
          <p:nvPr/>
        </p:nvSpPr>
        <p:spPr>
          <a:xfrm flipH="1" rot="10800000">
            <a:off x="8407007" y="3848620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 flipH="1" rot="10800000">
            <a:off x="2678688" y="4817960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6"/>
          <p:cNvSpPr/>
          <p:nvPr/>
        </p:nvSpPr>
        <p:spPr>
          <a:xfrm flipH="1" rot="10800000">
            <a:off x="7545178" y="4330237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 flipH="1" rot="10800000">
            <a:off x="6978050" y="-434636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6"/>
          <p:cNvSpPr/>
          <p:nvPr/>
        </p:nvSpPr>
        <p:spPr>
          <a:xfrm flipH="1" rot="10800000">
            <a:off x="7873791" y="-775828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"/>
          <p:cNvSpPr/>
          <p:nvPr/>
        </p:nvSpPr>
        <p:spPr>
          <a:xfrm rot="10800000">
            <a:off x="-667201" y="3322812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6"/>
          <p:cNvSpPr/>
          <p:nvPr/>
        </p:nvSpPr>
        <p:spPr>
          <a:xfrm flipH="1" rot="10800000">
            <a:off x="7135502" y="4721062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6"/>
          <p:cNvSpPr/>
          <p:nvPr/>
        </p:nvSpPr>
        <p:spPr>
          <a:xfrm flipH="1" rot="10800000">
            <a:off x="873656" y="455589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"/>
          <p:cNvSpPr/>
          <p:nvPr/>
        </p:nvSpPr>
        <p:spPr>
          <a:xfrm flipH="1" rot="10800000">
            <a:off x="3487671" y="488398"/>
            <a:ext cx="290433" cy="264102"/>
          </a:xfrm>
          <a:custGeom>
            <a:rect b="b" l="l" r="r" t="t"/>
            <a:pathLst>
              <a:path extrusionOk="0" h="1093" w="1202">
                <a:moveTo>
                  <a:pt x="602" y="1"/>
                </a:moveTo>
                <a:cubicBezTo>
                  <a:pt x="354" y="1"/>
                  <a:pt x="129" y="170"/>
                  <a:pt x="70" y="421"/>
                </a:cubicBezTo>
                <a:cubicBezTo>
                  <a:pt x="1" y="715"/>
                  <a:pt x="183" y="1010"/>
                  <a:pt x="477" y="1078"/>
                </a:cubicBezTo>
                <a:cubicBezTo>
                  <a:pt x="519" y="1088"/>
                  <a:pt x="561" y="1093"/>
                  <a:pt x="603" y="1093"/>
                </a:cubicBezTo>
                <a:cubicBezTo>
                  <a:pt x="850" y="1093"/>
                  <a:pt x="1074" y="923"/>
                  <a:pt x="1133" y="672"/>
                </a:cubicBezTo>
                <a:cubicBezTo>
                  <a:pt x="1202" y="378"/>
                  <a:pt x="1021" y="85"/>
                  <a:pt x="727" y="15"/>
                </a:cubicBezTo>
                <a:cubicBezTo>
                  <a:pt x="685" y="5"/>
                  <a:pt x="643" y="1"/>
                  <a:pt x="6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 flipH="1" rot="10800000">
            <a:off x="3411075" y="-35682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 flipH="1" rot="10800000">
            <a:off x="1533018" y="4681072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 flipH="1" rot="10800000">
            <a:off x="8105455" y="845133"/>
            <a:ext cx="749038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 flipH="1" rot="1799986">
            <a:off x="-4249197" y="-1367824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 flipH="1" rot="1799986">
            <a:off x="4322803" y="21113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6"/>
          <p:cNvSpPr/>
          <p:nvPr/>
        </p:nvSpPr>
        <p:spPr>
          <a:xfrm flipH="1" rot="1799986">
            <a:off x="-1983022" y="382653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 flipH="1" rot="1799986">
            <a:off x="7488953" y="554617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6"/>
          <p:cNvSpPr/>
          <p:nvPr>
            <p:ph idx="2" type="pic"/>
          </p:nvPr>
        </p:nvSpPr>
        <p:spPr>
          <a:xfrm>
            <a:off x="4502850" y="858625"/>
            <a:ext cx="3616800" cy="3640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8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7"/>
          <p:cNvSpPr txBox="1"/>
          <p:nvPr>
            <p:ph type="title"/>
          </p:nvPr>
        </p:nvSpPr>
        <p:spPr>
          <a:xfrm>
            <a:off x="5182550" y="1727625"/>
            <a:ext cx="298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7" name="Google Shape;647;p27"/>
          <p:cNvSpPr txBox="1"/>
          <p:nvPr>
            <p:ph idx="1" type="subTitle"/>
          </p:nvPr>
        </p:nvSpPr>
        <p:spPr>
          <a:xfrm>
            <a:off x="5182575" y="2300325"/>
            <a:ext cx="29859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27"/>
          <p:cNvSpPr/>
          <p:nvPr/>
        </p:nvSpPr>
        <p:spPr>
          <a:xfrm flipH="1" rot="-5400000">
            <a:off x="-450793" y="1977275"/>
            <a:ext cx="50" cy="15452"/>
          </a:xfrm>
          <a:custGeom>
            <a:rect b="b" l="l" r="r" t="t"/>
            <a:pathLst>
              <a:path extrusionOk="0" h="306" w="1">
                <a:moveTo>
                  <a:pt x="0" y="0"/>
                </a:moveTo>
                <a:lnTo>
                  <a:pt x="0" y="306"/>
                </a:lnTo>
                <a:lnTo>
                  <a:pt x="0" y="30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7"/>
          <p:cNvSpPr/>
          <p:nvPr/>
        </p:nvSpPr>
        <p:spPr>
          <a:xfrm flipH="1" rot="10800000">
            <a:off x="8094588" y="-201972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7"/>
          <p:cNvSpPr/>
          <p:nvPr/>
        </p:nvSpPr>
        <p:spPr>
          <a:xfrm flipH="1" rot="10800000">
            <a:off x="-315333" y="-872925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7"/>
          <p:cNvSpPr/>
          <p:nvPr/>
        </p:nvSpPr>
        <p:spPr>
          <a:xfrm flipH="1" rot="10800000">
            <a:off x="-73845" y="-63159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7"/>
          <p:cNvSpPr/>
          <p:nvPr/>
        </p:nvSpPr>
        <p:spPr>
          <a:xfrm flipH="1" rot="10800000">
            <a:off x="5457781" y="4643836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7"/>
          <p:cNvSpPr/>
          <p:nvPr/>
        </p:nvSpPr>
        <p:spPr>
          <a:xfrm flipH="1" rot="10800000">
            <a:off x="7553569" y="5005649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7"/>
          <p:cNvSpPr/>
          <p:nvPr/>
        </p:nvSpPr>
        <p:spPr>
          <a:xfrm flipH="1" rot="10800000">
            <a:off x="569088" y="540232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7"/>
          <p:cNvSpPr/>
          <p:nvPr/>
        </p:nvSpPr>
        <p:spPr>
          <a:xfrm flipH="1" rot="10800000">
            <a:off x="8784222" y="112864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7"/>
          <p:cNvSpPr/>
          <p:nvPr/>
        </p:nvSpPr>
        <p:spPr>
          <a:xfrm flipH="1" rot="10800000">
            <a:off x="251108" y="392467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7"/>
          <p:cNvSpPr/>
          <p:nvPr/>
        </p:nvSpPr>
        <p:spPr>
          <a:xfrm flipH="1" rot="10800000">
            <a:off x="1271841" y="4647562"/>
            <a:ext cx="1297365" cy="1182051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7"/>
          <p:cNvSpPr/>
          <p:nvPr/>
        </p:nvSpPr>
        <p:spPr>
          <a:xfrm flipH="1" rot="10800000">
            <a:off x="185619" y="494133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 flipH="1" rot="10800000">
            <a:off x="8431069" y="405512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7"/>
          <p:cNvSpPr/>
          <p:nvPr/>
        </p:nvSpPr>
        <p:spPr>
          <a:xfrm flipH="1" rot="10800000">
            <a:off x="8431072" y="4860582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7"/>
          <p:cNvSpPr/>
          <p:nvPr/>
        </p:nvSpPr>
        <p:spPr>
          <a:xfrm flipH="1" rot="10800000">
            <a:off x="1271854" y="335512"/>
            <a:ext cx="256183" cy="224719"/>
          </a:xfrm>
          <a:custGeom>
            <a:rect b="b" l="l" r="r" t="t"/>
            <a:pathLst>
              <a:path extrusionOk="0" h="1407" w="1604">
                <a:moveTo>
                  <a:pt x="800" y="0"/>
                </a:moveTo>
                <a:cubicBezTo>
                  <a:pt x="676" y="0"/>
                  <a:pt x="549" y="34"/>
                  <a:pt x="435" y="104"/>
                </a:cubicBezTo>
                <a:cubicBezTo>
                  <a:pt x="104" y="307"/>
                  <a:pt x="0" y="740"/>
                  <a:pt x="203" y="1071"/>
                </a:cubicBezTo>
                <a:cubicBezTo>
                  <a:pt x="336" y="1288"/>
                  <a:pt x="566" y="1407"/>
                  <a:pt x="802" y="1407"/>
                </a:cubicBezTo>
                <a:cubicBezTo>
                  <a:pt x="927" y="1407"/>
                  <a:pt x="1054" y="1373"/>
                  <a:pt x="1169" y="1303"/>
                </a:cubicBezTo>
                <a:cubicBezTo>
                  <a:pt x="1500" y="1100"/>
                  <a:pt x="1604" y="667"/>
                  <a:pt x="1401" y="337"/>
                </a:cubicBezTo>
                <a:cubicBezTo>
                  <a:pt x="1268" y="120"/>
                  <a:pt x="1037" y="0"/>
                  <a:pt x="800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7"/>
          <p:cNvSpPr/>
          <p:nvPr/>
        </p:nvSpPr>
        <p:spPr>
          <a:xfrm flipH="1" rot="10800000">
            <a:off x="7687648" y="567421"/>
            <a:ext cx="197727" cy="182714"/>
          </a:xfrm>
          <a:custGeom>
            <a:rect b="b" l="l" r="r" t="t"/>
            <a:pathLst>
              <a:path extrusionOk="0" h="1144" w="1238">
                <a:moveTo>
                  <a:pt x="608" y="0"/>
                </a:moveTo>
                <a:cubicBezTo>
                  <a:pt x="428" y="0"/>
                  <a:pt x="255" y="86"/>
                  <a:pt x="146" y="236"/>
                </a:cubicBezTo>
                <a:cubicBezTo>
                  <a:pt x="11" y="424"/>
                  <a:pt x="0" y="673"/>
                  <a:pt x="122" y="871"/>
                </a:cubicBezTo>
                <a:cubicBezTo>
                  <a:pt x="226" y="1042"/>
                  <a:pt x="412" y="1143"/>
                  <a:pt x="609" y="1143"/>
                </a:cubicBezTo>
                <a:cubicBezTo>
                  <a:pt x="638" y="1143"/>
                  <a:pt x="669" y="1141"/>
                  <a:pt x="699" y="1136"/>
                </a:cubicBezTo>
                <a:cubicBezTo>
                  <a:pt x="926" y="1100"/>
                  <a:pt x="1111" y="929"/>
                  <a:pt x="1164" y="706"/>
                </a:cubicBezTo>
                <a:cubicBezTo>
                  <a:pt x="1238" y="398"/>
                  <a:pt x="1049" y="90"/>
                  <a:pt x="743" y="16"/>
                </a:cubicBezTo>
                <a:cubicBezTo>
                  <a:pt x="698" y="6"/>
                  <a:pt x="653" y="0"/>
                  <a:pt x="608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7"/>
          <p:cNvSpPr/>
          <p:nvPr/>
        </p:nvSpPr>
        <p:spPr>
          <a:xfrm flipH="1" rot="10800000">
            <a:off x="8144034" y="335496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7"/>
          <p:cNvSpPr/>
          <p:nvPr/>
        </p:nvSpPr>
        <p:spPr>
          <a:xfrm flipH="1" rot="10800000">
            <a:off x="326723" y="4410652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7"/>
          <p:cNvSpPr/>
          <p:nvPr/>
        </p:nvSpPr>
        <p:spPr>
          <a:xfrm flipH="1">
            <a:off x="6653097" y="3615347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"/>
          <p:cNvSpPr/>
          <p:nvPr/>
        </p:nvSpPr>
        <p:spPr>
          <a:xfrm flipH="1">
            <a:off x="6207022" y="335510"/>
            <a:ext cx="5846984" cy="795307"/>
          </a:xfrm>
          <a:custGeom>
            <a:rect b="b" l="l" r="r" t="t"/>
            <a:pathLst>
              <a:path extrusionOk="0" h="7017" w="51588">
                <a:moveTo>
                  <a:pt x="40194" y="0"/>
                </a:moveTo>
                <a:cubicBezTo>
                  <a:pt x="40147" y="0"/>
                  <a:pt x="40101" y="26"/>
                  <a:pt x="40086" y="87"/>
                </a:cubicBezTo>
                <a:cubicBezTo>
                  <a:pt x="39609" y="1998"/>
                  <a:pt x="39290" y="3945"/>
                  <a:pt x="39132" y="5911"/>
                </a:cubicBezTo>
                <a:lnTo>
                  <a:pt x="39132" y="5911"/>
                </a:lnTo>
                <a:cubicBezTo>
                  <a:pt x="37627" y="5730"/>
                  <a:pt x="36112" y="5637"/>
                  <a:pt x="34595" y="5632"/>
                </a:cubicBezTo>
                <a:cubicBezTo>
                  <a:pt x="34552" y="5631"/>
                  <a:pt x="34509" y="5631"/>
                  <a:pt x="34466" y="5631"/>
                </a:cubicBezTo>
                <a:cubicBezTo>
                  <a:pt x="33733" y="5631"/>
                  <a:pt x="33000" y="5652"/>
                  <a:pt x="32268" y="5694"/>
                </a:cubicBezTo>
                <a:cubicBezTo>
                  <a:pt x="32063" y="5705"/>
                  <a:pt x="31847" y="5721"/>
                  <a:pt x="31632" y="5721"/>
                </a:cubicBezTo>
                <a:cubicBezTo>
                  <a:pt x="31203" y="5721"/>
                  <a:pt x="30776" y="5658"/>
                  <a:pt x="30444" y="5370"/>
                </a:cubicBezTo>
                <a:cubicBezTo>
                  <a:pt x="30421" y="5348"/>
                  <a:pt x="30390" y="5336"/>
                  <a:pt x="30358" y="5336"/>
                </a:cubicBezTo>
                <a:cubicBezTo>
                  <a:pt x="30338" y="5336"/>
                  <a:pt x="30317" y="5341"/>
                  <a:pt x="30298" y="5351"/>
                </a:cubicBezTo>
                <a:cubicBezTo>
                  <a:pt x="29530" y="5752"/>
                  <a:pt x="28691" y="6027"/>
                  <a:pt x="27824" y="6100"/>
                </a:cubicBezTo>
                <a:cubicBezTo>
                  <a:pt x="27667" y="6114"/>
                  <a:pt x="27509" y="6121"/>
                  <a:pt x="27352" y="6121"/>
                </a:cubicBezTo>
                <a:cubicBezTo>
                  <a:pt x="27081" y="6121"/>
                  <a:pt x="26809" y="6100"/>
                  <a:pt x="26540" y="6058"/>
                </a:cubicBezTo>
                <a:cubicBezTo>
                  <a:pt x="26145" y="5994"/>
                  <a:pt x="25771" y="5859"/>
                  <a:pt x="25384" y="5757"/>
                </a:cubicBezTo>
                <a:cubicBezTo>
                  <a:pt x="25163" y="5699"/>
                  <a:pt x="24931" y="5651"/>
                  <a:pt x="24701" y="5651"/>
                </a:cubicBezTo>
                <a:cubicBezTo>
                  <a:pt x="24569" y="5651"/>
                  <a:pt x="24439" y="5666"/>
                  <a:pt x="24311" y="5704"/>
                </a:cubicBezTo>
                <a:cubicBezTo>
                  <a:pt x="24066" y="5776"/>
                  <a:pt x="23773" y="6065"/>
                  <a:pt x="23508" y="6065"/>
                </a:cubicBezTo>
                <a:cubicBezTo>
                  <a:pt x="23423" y="6065"/>
                  <a:pt x="23340" y="6036"/>
                  <a:pt x="23263" y="5960"/>
                </a:cubicBezTo>
                <a:cubicBezTo>
                  <a:pt x="22985" y="5685"/>
                  <a:pt x="22901" y="5165"/>
                  <a:pt x="22794" y="4805"/>
                </a:cubicBezTo>
                <a:cubicBezTo>
                  <a:pt x="22665" y="4375"/>
                  <a:pt x="22548" y="3939"/>
                  <a:pt x="22445" y="3500"/>
                </a:cubicBezTo>
                <a:cubicBezTo>
                  <a:pt x="22208" y="2493"/>
                  <a:pt x="22040" y="1472"/>
                  <a:pt x="21943" y="441"/>
                </a:cubicBezTo>
                <a:cubicBezTo>
                  <a:pt x="21936" y="369"/>
                  <a:pt x="21865" y="321"/>
                  <a:pt x="21802" y="321"/>
                </a:cubicBezTo>
                <a:cubicBezTo>
                  <a:pt x="21755" y="321"/>
                  <a:pt x="21713" y="347"/>
                  <a:pt x="21705" y="409"/>
                </a:cubicBezTo>
                <a:cubicBezTo>
                  <a:pt x="21704" y="419"/>
                  <a:pt x="21702" y="430"/>
                  <a:pt x="21701" y="441"/>
                </a:cubicBezTo>
                <a:lnTo>
                  <a:pt x="21701" y="441"/>
                </a:lnTo>
                <a:lnTo>
                  <a:pt x="21700" y="441"/>
                </a:lnTo>
                <a:lnTo>
                  <a:pt x="21700" y="441"/>
                </a:lnTo>
                <a:cubicBezTo>
                  <a:pt x="21700" y="442"/>
                  <a:pt x="21700" y="443"/>
                  <a:pt x="21700" y="443"/>
                </a:cubicBezTo>
                <a:lnTo>
                  <a:pt x="21700" y="443"/>
                </a:lnTo>
                <a:cubicBezTo>
                  <a:pt x="21422" y="2412"/>
                  <a:pt x="21064" y="4367"/>
                  <a:pt x="20627" y="6308"/>
                </a:cubicBezTo>
                <a:lnTo>
                  <a:pt x="20627" y="6308"/>
                </a:lnTo>
                <a:cubicBezTo>
                  <a:pt x="20193" y="5809"/>
                  <a:pt x="19613" y="5656"/>
                  <a:pt x="18985" y="5656"/>
                </a:cubicBezTo>
                <a:cubicBezTo>
                  <a:pt x="18017" y="5656"/>
                  <a:pt x="16934" y="6019"/>
                  <a:pt x="16086" y="6040"/>
                </a:cubicBezTo>
                <a:cubicBezTo>
                  <a:pt x="16026" y="6042"/>
                  <a:pt x="15966" y="6042"/>
                  <a:pt x="15906" y="6042"/>
                </a:cubicBezTo>
                <a:cubicBezTo>
                  <a:pt x="15020" y="6042"/>
                  <a:pt x="14142" y="5892"/>
                  <a:pt x="13257" y="5882"/>
                </a:cubicBezTo>
                <a:cubicBezTo>
                  <a:pt x="13220" y="5882"/>
                  <a:pt x="13184" y="5882"/>
                  <a:pt x="13147" y="5882"/>
                </a:cubicBezTo>
                <a:cubicBezTo>
                  <a:pt x="12743" y="5882"/>
                  <a:pt x="12337" y="5916"/>
                  <a:pt x="11944" y="6009"/>
                </a:cubicBezTo>
                <a:cubicBezTo>
                  <a:pt x="11728" y="6062"/>
                  <a:pt x="11524" y="6140"/>
                  <a:pt x="11317" y="6220"/>
                </a:cubicBezTo>
                <a:cubicBezTo>
                  <a:pt x="11229" y="6253"/>
                  <a:pt x="11124" y="6294"/>
                  <a:pt x="11023" y="6294"/>
                </a:cubicBezTo>
                <a:cubicBezTo>
                  <a:pt x="10995" y="6294"/>
                  <a:pt x="10968" y="6291"/>
                  <a:pt x="10941" y="6283"/>
                </a:cubicBezTo>
                <a:cubicBezTo>
                  <a:pt x="10819" y="6250"/>
                  <a:pt x="10737" y="6144"/>
                  <a:pt x="10647" y="6064"/>
                </a:cubicBezTo>
                <a:cubicBezTo>
                  <a:pt x="10474" y="5905"/>
                  <a:pt x="10309" y="5839"/>
                  <a:pt x="10157" y="5839"/>
                </a:cubicBezTo>
                <a:cubicBezTo>
                  <a:pt x="9878" y="5839"/>
                  <a:pt x="9642" y="6062"/>
                  <a:pt x="9476" y="6349"/>
                </a:cubicBezTo>
                <a:lnTo>
                  <a:pt x="9476" y="6349"/>
                </a:lnTo>
                <a:cubicBezTo>
                  <a:pt x="9350" y="4334"/>
                  <a:pt x="9024" y="2335"/>
                  <a:pt x="8503" y="384"/>
                </a:cubicBezTo>
                <a:cubicBezTo>
                  <a:pt x="8488" y="328"/>
                  <a:pt x="8431" y="297"/>
                  <a:pt x="8377" y="297"/>
                </a:cubicBezTo>
                <a:cubicBezTo>
                  <a:pt x="8326" y="297"/>
                  <a:pt x="8278" y="324"/>
                  <a:pt x="8269" y="384"/>
                </a:cubicBezTo>
                <a:cubicBezTo>
                  <a:pt x="7971" y="2396"/>
                  <a:pt x="7391" y="4355"/>
                  <a:pt x="6547" y="6207"/>
                </a:cubicBezTo>
                <a:lnTo>
                  <a:pt x="6547" y="6207"/>
                </a:lnTo>
                <a:cubicBezTo>
                  <a:pt x="5592" y="6031"/>
                  <a:pt x="4624" y="5942"/>
                  <a:pt x="3654" y="5942"/>
                </a:cubicBezTo>
                <a:cubicBezTo>
                  <a:pt x="3490" y="5942"/>
                  <a:pt x="3326" y="5945"/>
                  <a:pt x="3163" y="5950"/>
                </a:cubicBezTo>
                <a:cubicBezTo>
                  <a:pt x="2632" y="5967"/>
                  <a:pt x="2110" y="6035"/>
                  <a:pt x="1582" y="6067"/>
                </a:cubicBezTo>
                <a:cubicBezTo>
                  <a:pt x="1496" y="6073"/>
                  <a:pt x="1406" y="6076"/>
                  <a:pt x="1316" y="6076"/>
                </a:cubicBezTo>
                <a:cubicBezTo>
                  <a:pt x="928" y="6076"/>
                  <a:pt x="522" y="6007"/>
                  <a:pt x="276" y="5683"/>
                </a:cubicBezTo>
                <a:cubicBezTo>
                  <a:pt x="249" y="5647"/>
                  <a:pt x="211" y="5632"/>
                  <a:pt x="174" y="5632"/>
                </a:cubicBezTo>
                <a:cubicBezTo>
                  <a:pt x="86" y="5632"/>
                  <a:pt x="0" y="5719"/>
                  <a:pt x="67" y="5806"/>
                </a:cubicBezTo>
                <a:lnTo>
                  <a:pt x="65" y="5806"/>
                </a:lnTo>
                <a:cubicBezTo>
                  <a:pt x="380" y="6221"/>
                  <a:pt x="854" y="6327"/>
                  <a:pt x="1354" y="6327"/>
                </a:cubicBezTo>
                <a:cubicBezTo>
                  <a:pt x="1802" y="6327"/>
                  <a:pt x="2272" y="6241"/>
                  <a:pt x="2666" y="6216"/>
                </a:cubicBezTo>
                <a:cubicBezTo>
                  <a:pt x="2996" y="6195"/>
                  <a:pt x="3327" y="6185"/>
                  <a:pt x="3658" y="6185"/>
                </a:cubicBezTo>
                <a:cubicBezTo>
                  <a:pt x="4639" y="6185"/>
                  <a:pt x="5619" y="6277"/>
                  <a:pt x="6586" y="6461"/>
                </a:cubicBezTo>
                <a:cubicBezTo>
                  <a:pt x="6594" y="6462"/>
                  <a:pt x="6604" y="6463"/>
                  <a:pt x="6613" y="6463"/>
                </a:cubicBezTo>
                <a:cubicBezTo>
                  <a:pt x="6656" y="6463"/>
                  <a:pt x="6703" y="6446"/>
                  <a:pt x="6723" y="6405"/>
                </a:cubicBezTo>
                <a:cubicBezTo>
                  <a:pt x="7516" y="4686"/>
                  <a:pt x="8085" y="2871"/>
                  <a:pt x="8412" y="1007"/>
                </a:cubicBezTo>
                <a:lnTo>
                  <a:pt x="8412" y="1007"/>
                </a:lnTo>
                <a:cubicBezTo>
                  <a:pt x="8889" y="2938"/>
                  <a:pt x="9173" y="4911"/>
                  <a:pt x="9262" y="6898"/>
                </a:cubicBezTo>
                <a:cubicBezTo>
                  <a:pt x="9265" y="6973"/>
                  <a:pt x="9329" y="7017"/>
                  <a:pt x="9391" y="7017"/>
                </a:cubicBezTo>
                <a:cubicBezTo>
                  <a:pt x="9439" y="7017"/>
                  <a:pt x="9485" y="6990"/>
                  <a:pt x="9500" y="6930"/>
                </a:cubicBezTo>
                <a:cubicBezTo>
                  <a:pt x="9573" y="6645"/>
                  <a:pt x="9736" y="6159"/>
                  <a:pt x="10064" y="6074"/>
                </a:cubicBezTo>
                <a:cubicBezTo>
                  <a:pt x="10093" y="6066"/>
                  <a:pt x="10121" y="6063"/>
                  <a:pt x="10148" y="6063"/>
                </a:cubicBezTo>
                <a:cubicBezTo>
                  <a:pt x="10421" y="6063"/>
                  <a:pt x="10593" y="6421"/>
                  <a:pt x="10845" y="6506"/>
                </a:cubicBezTo>
                <a:cubicBezTo>
                  <a:pt x="10907" y="6526"/>
                  <a:pt x="10969" y="6535"/>
                  <a:pt x="11032" y="6535"/>
                </a:cubicBezTo>
                <a:cubicBezTo>
                  <a:pt x="11319" y="6535"/>
                  <a:pt x="11614" y="6351"/>
                  <a:pt x="11880" y="6277"/>
                </a:cubicBezTo>
                <a:cubicBezTo>
                  <a:pt x="12292" y="6162"/>
                  <a:pt x="12719" y="6124"/>
                  <a:pt x="13145" y="6124"/>
                </a:cubicBezTo>
                <a:cubicBezTo>
                  <a:pt x="13152" y="6124"/>
                  <a:pt x="13159" y="6124"/>
                  <a:pt x="13166" y="6124"/>
                </a:cubicBezTo>
                <a:cubicBezTo>
                  <a:pt x="14006" y="6124"/>
                  <a:pt x="14837" y="6259"/>
                  <a:pt x="15676" y="6281"/>
                </a:cubicBezTo>
                <a:cubicBezTo>
                  <a:pt x="15722" y="6282"/>
                  <a:pt x="15768" y="6283"/>
                  <a:pt x="15814" y="6283"/>
                </a:cubicBezTo>
                <a:cubicBezTo>
                  <a:pt x="16620" y="6283"/>
                  <a:pt x="17375" y="6095"/>
                  <a:pt x="18170" y="5963"/>
                </a:cubicBezTo>
                <a:cubicBezTo>
                  <a:pt x="18399" y="5925"/>
                  <a:pt x="18644" y="5900"/>
                  <a:pt x="18889" y="5900"/>
                </a:cubicBezTo>
                <a:cubicBezTo>
                  <a:pt x="19544" y="5900"/>
                  <a:pt x="20204" y="6076"/>
                  <a:pt x="20584" y="6648"/>
                </a:cubicBezTo>
                <a:cubicBezTo>
                  <a:pt x="20609" y="6686"/>
                  <a:pt x="20652" y="6706"/>
                  <a:pt x="20694" y="6706"/>
                </a:cubicBezTo>
                <a:cubicBezTo>
                  <a:pt x="20744" y="6706"/>
                  <a:pt x="20792" y="6678"/>
                  <a:pt x="20805" y="6620"/>
                </a:cubicBezTo>
                <a:cubicBezTo>
                  <a:pt x="21202" y="4882"/>
                  <a:pt x="21536" y="3131"/>
                  <a:pt x="21806" y="1368"/>
                </a:cubicBezTo>
                <a:lnTo>
                  <a:pt x="21806" y="1368"/>
                </a:lnTo>
                <a:cubicBezTo>
                  <a:pt x="21895" y="2027"/>
                  <a:pt x="22012" y="2681"/>
                  <a:pt x="22156" y="3330"/>
                </a:cubicBezTo>
                <a:cubicBezTo>
                  <a:pt x="22266" y="3816"/>
                  <a:pt x="22392" y="4298"/>
                  <a:pt x="22533" y="4777"/>
                </a:cubicBezTo>
                <a:cubicBezTo>
                  <a:pt x="22649" y="5170"/>
                  <a:pt x="22741" y="5625"/>
                  <a:pt x="22967" y="5973"/>
                </a:cubicBezTo>
                <a:cubicBezTo>
                  <a:pt x="23099" y="6175"/>
                  <a:pt x="23293" y="6317"/>
                  <a:pt x="23520" y="6317"/>
                </a:cubicBezTo>
                <a:cubicBezTo>
                  <a:pt x="23577" y="6317"/>
                  <a:pt x="23636" y="6308"/>
                  <a:pt x="23697" y="6289"/>
                </a:cubicBezTo>
                <a:cubicBezTo>
                  <a:pt x="23862" y="6236"/>
                  <a:pt x="23995" y="6124"/>
                  <a:pt x="24144" y="6039"/>
                </a:cubicBezTo>
                <a:cubicBezTo>
                  <a:pt x="24324" y="5935"/>
                  <a:pt x="24517" y="5894"/>
                  <a:pt x="24718" y="5894"/>
                </a:cubicBezTo>
                <a:cubicBezTo>
                  <a:pt x="24772" y="5894"/>
                  <a:pt x="24825" y="5896"/>
                  <a:pt x="24880" y="5902"/>
                </a:cubicBezTo>
                <a:cubicBezTo>
                  <a:pt x="25352" y="5951"/>
                  <a:pt x="25797" y="6154"/>
                  <a:pt x="26260" y="6251"/>
                </a:cubicBezTo>
                <a:cubicBezTo>
                  <a:pt x="26616" y="6325"/>
                  <a:pt x="26978" y="6363"/>
                  <a:pt x="27342" y="6363"/>
                </a:cubicBezTo>
                <a:cubicBezTo>
                  <a:pt x="27415" y="6363"/>
                  <a:pt x="27488" y="6361"/>
                  <a:pt x="27561" y="6358"/>
                </a:cubicBezTo>
                <a:cubicBezTo>
                  <a:pt x="28533" y="6322"/>
                  <a:pt x="29480" y="6039"/>
                  <a:pt x="30344" y="5599"/>
                </a:cubicBezTo>
                <a:lnTo>
                  <a:pt x="30344" y="5599"/>
                </a:lnTo>
                <a:cubicBezTo>
                  <a:pt x="30725" y="5890"/>
                  <a:pt x="31192" y="5960"/>
                  <a:pt x="31663" y="5960"/>
                </a:cubicBezTo>
                <a:cubicBezTo>
                  <a:pt x="31741" y="5960"/>
                  <a:pt x="31819" y="5958"/>
                  <a:pt x="31897" y="5955"/>
                </a:cubicBezTo>
                <a:cubicBezTo>
                  <a:pt x="32694" y="5924"/>
                  <a:pt x="33491" y="5877"/>
                  <a:pt x="34290" y="5873"/>
                </a:cubicBezTo>
                <a:cubicBezTo>
                  <a:pt x="34342" y="5873"/>
                  <a:pt x="34394" y="5873"/>
                  <a:pt x="34445" y="5873"/>
                </a:cubicBezTo>
                <a:cubicBezTo>
                  <a:pt x="36049" y="5873"/>
                  <a:pt x="37649" y="5970"/>
                  <a:pt x="39242" y="6166"/>
                </a:cubicBezTo>
                <a:cubicBezTo>
                  <a:pt x="39246" y="6166"/>
                  <a:pt x="39250" y="6166"/>
                  <a:pt x="39253" y="6166"/>
                </a:cubicBezTo>
                <a:cubicBezTo>
                  <a:pt x="39316" y="6166"/>
                  <a:pt x="39358" y="6100"/>
                  <a:pt x="39362" y="6044"/>
                </a:cubicBezTo>
                <a:cubicBezTo>
                  <a:pt x="39496" y="4312"/>
                  <a:pt x="39757" y="2592"/>
                  <a:pt x="40142" y="898"/>
                </a:cubicBezTo>
                <a:lnTo>
                  <a:pt x="40142" y="898"/>
                </a:lnTo>
                <a:cubicBezTo>
                  <a:pt x="40298" y="2532"/>
                  <a:pt x="40648" y="4141"/>
                  <a:pt x="41185" y="5694"/>
                </a:cubicBezTo>
                <a:cubicBezTo>
                  <a:pt x="41201" y="5745"/>
                  <a:pt x="41249" y="5782"/>
                  <a:pt x="41303" y="5783"/>
                </a:cubicBezTo>
                <a:cubicBezTo>
                  <a:pt x="43109" y="5836"/>
                  <a:pt x="44916" y="5857"/>
                  <a:pt x="46722" y="5857"/>
                </a:cubicBezTo>
                <a:cubicBezTo>
                  <a:pt x="48292" y="5857"/>
                  <a:pt x="49861" y="5841"/>
                  <a:pt x="51431" y="5818"/>
                </a:cubicBezTo>
                <a:cubicBezTo>
                  <a:pt x="51585" y="5815"/>
                  <a:pt x="51587" y="5576"/>
                  <a:pt x="51433" y="5576"/>
                </a:cubicBezTo>
                <a:cubicBezTo>
                  <a:pt x="51433" y="5576"/>
                  <a:pt x="51432" y="5576"/>
                  <a:pt x="51431" y="5576"/>
                </a:cubicBezTo>
                <a:cubicBezTo>
                  <a:pt x="49855" y="5599"/>
                  <a:pt x="48279" y="5615"/>
                  <a:pt x="46703" y="5615"/>
                </a:cubicBezTo>
                <a:cubicBezTo>
                  <a:pt x="44931" y="5615"/>
                  <a:pt x="43160" y="5595"/>
                  <a:pt x="41389" y="5544"/>
                </a:cubicBezTo>
                <a:lnTo>
                  <a:pt x="41389" y="5544"/>
                </a:lnTo>
                <a:cubicBezTo>
                  <a:pt x="40791" y="3792"/>
                  <a:pt x="40432" y="1967"/>
                  <a:pt x="40324" y="119"/>
                </a:cubicBezTo>
                <a:cubicBezTo>
                  <a:pt x="40320" y="45"/>
                  <a:pt x="40255" y="0"/>
                  <a:pt x="40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8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8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 txBox="1"/>
          <p:nvPr>
            <p:ph idx="1" type="subTitle"/>
          </p:nvPr>
        </p:nvSpPr>
        <p:spPr>
          <a:xfrm>
            <a:off x="1054350" y="1731225"/>
            <a:ext cx="4765200" cy="16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20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0" name="Google Shape;670;p28"/>
          <p:cNvSpPr/>
          <p:nvPr/>
        </p:nvSpPr>
        <p:spPr>
          <a:xfrm flipH="1" rot="10800000">
            <a:off x="7736493" y="-2800772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 flipH="1" rot="10800000">
            <a:off x="-620390" y="-146365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8"/>
          <p:cNvSpPr/>
          <p:nvPr/>
        </p:nvSpPr>
        <p:spPr>
          <a:xfrm flipH="1" rot="10800000">
            <a:off x="-431940" y="-1412644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8"/>
          <p:cNvSpPr/>
          <p:nvPr/>
        </p:nvSpPr>
        <p:spPr>
          <a:xfrm flipH="1" rot="10800000">
            <a:off x="7861212" y="4631749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 flipH="1" rot="10800000">
            <a:off x="8046637" y="4631761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8"/>
          <p:cNvSpPr/>
          <p:nvPr/>
        </p:nvSpPr>
        <p:spPr>
          <a:xfrm flipH="1" rot="10800000">
            <a:off x="210993" y="4621274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"/>
          <p:cNvSpPr/>
          <p:nvPr/>
        </p:nvSpPr>
        <p:spPr>
          <a:xfrm flipH="1" rot="10800000">
            <a:off x="8861181" y="592520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8"/>
          <p:cNvSpPr/>
          <p:nvPr/>
        </p:nvSpPr>
        <p:spPr>
          <a:xfrm flipH="1" rot="10800000">
            <a:off x="8426127" y="347594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"/>
          <p:cNvSpPr/>
          <p:nvPr/>
        </p:nvSpPr>
        <p:spPr>
          <a:xfrm flipH="1" rot="10800000">
            <a:off x="570364" y="4329160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/>
          <p:nvPr/>
        </p:nvSpPr>
        <p:spPr>
          <a:xfrm flipH="1" rot="10800000">
            <a:off x="-172475" y="4160286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 flipH="1" rot="10800000">
            <a:off x="8808099" y="4398425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 flipH="1" rot="10800000">
            <a:off x="8495602" y="4247007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 flipH="1" rot="10800000">
            <a:off x="826520" y="153363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 flipH="1" rot="10800000">
            <a:off x="114300" y="709578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8"/>
          <p:cNvSpPr/>
          <p:nvPr/>
        </p:nvSpPr>
        <p:spPr>
          <a:xfrm flipH="1" rot="10800000">
            <a:off x="294291" y="63142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8"/>
          <p:cNvSpPr/>
          <p:nvPr/>
        </p:nvSpPr>
        <p:spPr>
          <a:xfrm flipH="1" rot="10800000">
            <a:off x="7772164" y="-29654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8"/>
          <p:cNvSpPr/>
          <p:nvPr/>
        </p:nvSpPr>
        <p:spPr>
          <a:xfrm flipH="1" rot="10800000">
            <a:off x="8854978" y="3710365"/>
            <a:ext cx="495116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8"/>
          <p:cNvSpPr/>
          <p:nvPr/>
        </p:nvSpPr>
        <p:spPr>
          <a:xfrm flipH="1" rot="1799986">
            <a:off x="-4391772" y="-11048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8"/>
          <p:cNvSpPr/>
          <p:nvPr/>
        </p:nvSpPr>
        <p:spPr>
          <a:xfrm flipH="1" rot="1799986">
            <a:off x="4580778" y="-321787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8"/>
          <p:cNvSpPr/>
          <p:nvPr/>
        </p:nvSpPr>
        <p:spPr>
          <a:xfrm flipH="1" rot="1799986">
            <a:off x="-3091447" y="38574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8"/>
          <p:cNvSpPr/>
          <p:nvPr/>
        </p:nvSpPr>
        <p:spPr>
          <a:xfrm rot="-1799986">
            <a:off x="5144753" y="4447788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9"/>
          <p:cNvSpPr txBox="1"/>
          <p:nvPr>
            <p:ph type="ctrTitle"/>
          </p:nvPr>
        </p:nvSpPr>
        <p:spPr>
          <a:xfrm>
            <a:off x="2653700" y="538000"/>
            <a:ext cx="3852300" cy="10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3" name="Google Shape;693;p29"/>
          <p:cNvSpPr txBox="1"/>
          <p:nvPr>
            <p:ph idx="1" type="subTitle"/>
          </p:nvPr>
        </p:nvSpPr>
        <p:spPr>
          <a:xfrm>
            <a:off x="2641400" y="1697725"/>
            <a:ext cx="3864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4" name="Google Shape;694;p29"/>
          <p:cNvSpPr txBox="1"/>
          <p:nvPr/>
        </p:nvSpPr>
        <p:spPr>
          <a:xfrm>
            <a:off x="2638000" y="3250348"/>
            <a:ext cx="38523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5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5" name="Google Shape;695;p29"/>
          <p:cNvSpPr/>
          <p:nvPr/>
        </p:nvSpPr>
        <p:spPr>
          <a:xfrm flipH="1">
            <a:off x="4893376" y="-284737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 flipH="1">
            <a:off x="1929337" y="-250668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9"/>
          <p:cNvSpPr/>
          <p:nvPr/>
        </p:nvSpPr>
        <p:spPr>
          <a:xfrm flipH="1">
            <a:off x="2872889" y="79637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9"/>
          <p:cNvSpPr/>
          <p:nvPr/>
        </p:nvSpPr>
        <p:spPr>
          <a:xfrm flipH="1">
            <a:off x="6744964" y="-290671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 flipH="1">
            <a:off x="-2019548" y="-2226216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9"/>
          <p:cNvSpPr/>
          <p:nvPr/>
        </p:nvSpPr>
        <p:spPr>
          <a:xfrm flipH="1">
            <a:off x="-1485320" y="-1691735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9"/>
          <p:cNvSpPr/>
          <p:nvPr/>
        </p:nvSpPr>
        <p:spPr>
          <a:xfrm flipH="1">
            <a:off x="8190662" y="-769590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9"/>
          <p:cNvSpPr/>
          <p:nvPr/>
        </p:nvSpPr>
        <p:spPr>
          <a:xfrm flipH="1">
            <a:off x="8736729" y="-274495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3" name="Google Shape;703;p29"/>
          <p:cNvSpPr/>
          <p:nvPr/>
        </p:nvSpPr>
        <p:spPr>
          <a:xfrm flipH="1">
            <a:off x="7668025" y="4247295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9"/>
          <p:cNvSpPr/>
          <p:nvPr/>
        </p:nvSpPr>
        <p:spPr>
          <a:xfrm flipH="1">
            <a:off x="9483132" y="3486824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9"/>
          <p:cNvSpPr/>
          <p:nvPr/>
        </p:nvSpPr>
        <p:spPr>
          <a:xfrm flipH="1">
            <a:off x="7400802" y="4777769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9"/>
          <p:cNvSpPr/>
          <p:nvPr/>
        </p:nvSpPr>
        <p:spPr>
          <a:xfrm flipH="1">
            <a:off x="8902468" y="260133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9"/>
          <p:cNvSpPr/>
          <p:nvPr/>
        </p:nvSpPr>
        <p:spPr>
          <a:xfrm flipH="1">
            <a:off x="1557262" y="50142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9"/>
          <p:cNvSpPr/>
          <p:nvPr/>
        </p:nvSpPr>
        <p:spPr>
          <a:xfrm flipH="1">
            <a:off x="-152513" y="4541375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9"/>
          <p:cNvSpPr/>
          <p:nvPr/>
        </p:nvSpPr>
        <p:spPr>
          <a:xfrm flipH="1">
            <a:off x="109879" y="1005803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9"/>
          <p:cNvSpPr/>
          <p:nvPr/>
        </p:nvSpPr>
        <p:spPr>
          <a:xfrm flipH="1">
            <a:off x="6338561" y="4853680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rgbClr val="D9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9"/>
          <p:cNvSpPr/>
          <p:nvPr/>
        </p:nvSpPr>
        <p:spPr>
          <a:xfrm flipH="1">
            <a:off x="236135" y="3161119"/>
            <a:ext cx="749037" cy="680672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9"/>
          <p:cNvSpPr/>
          <p:nvPr/>
        </p:nvSpPr>
        <p:spPr>
          <a:xfrm flipH="1">
            <a:off x="6981900" y="26012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9"/>
          <p:cNvSpPr/>
          <p:nvPr/>
        </p:nvSpPr>
        <p:spPr>
          <a:xfrm flipH="1">
            <a:off x="-2612325" y="4247302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9"/>
          <p:cNvSpPr/>
          <p:nvPr/>
        </p:nvSpPr>
        <p:spPr>
          <a:xfrm flipH="1">
            <a:off x="8123402" y="4190684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rgbClr val="010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2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/>
          <p:nvPr/>
        </p:nvSpPr>
        <p:spPr>
          <a:xfrm flipH="1">
            <a:off x="-2721555" y="-2102391"/>
            <a:ext cx="3649504" cy="3649821"/>
          </a:xfrm>
          <a:custGeom>
            <a:rect b="b" l="l" r="r" t="t"/>
            <a:pathLst>
              <a:path extrusionOk="0" h="15105" w="15104">
                <a:moveTo>
                  <a:pt x="7552" y="0"/>
                </a:moveTo>
                <a:cubicBezTo>
                  <a:pt x="5550" y="0"/>
                  <a:pt x="3628" y="797"/>
                  <a:pt x="2212" y="2213"/>
                </a:cubicBezTo>
                <a:cubicBezTo>
                  <a:pt x="796" y="3629"/>
                  <a:pt x="1" y="5549"/>
                  <a:pt x="1" y="7552"/>
                </a:cubicBezTo>
                <a:cubicBezTo>
                  <a:pt x="1" y="9555"/>
                  <a:pt x="796" y="11476"/>
                  <a:pt x="2212" y="12892"/>
                </a:cubicBezTo>
                <a:cubicBezTo>
                  <a:pt x="3628" y="14308"/>
                  <a:pt x="5550" y="15104"/>
                  <a:pt x="7552" y="15104"/>
                </a:cubicBezTo>
                <a:cubicBezTo>
                  <a:pt x="9555" y="15104"/>
                  <a:pt x="11475" y="14308"/>
                  <a:pt x="12892" y="12892"/>
                </a:cubicBezTo>
                <a:cubicBezTo>
                  <a:pt x="14308" y="11476"/>
                  <a:pt x="15104" y="9555"/>
                  <a:pt x="15104" y="7552"/>
                </a:cubicBezTo>
                <a:cubicBezTo>
                  <a:pt x="15104" y="5549"/>
                  <a:pt x="14308" y="3629"/>
                  <a:pt x="12892" y="2213"/>
                </a:cubicBezTo>
                <a:cubicBezTo>
                  <a:pt x="11475" y="797"/>
                  <a:pt x="9555" y="0"/>
                  <a:pt x="75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 flipH="1">
            <a:off x="-2187327" y="-1567910"/>
            <a:ext cx="2580797" cy="2580608"/>
          </a:xfrm>
          <a:custGeom>
            <a:rect b="b" l="l" r="r" t="t"/>
            <a:pathLst>
              <a:path extrusionOk="0" h="10680" w="10681">
                <a:moveTo>
                  <a:pt x="5340" y="1"/>
                </a:moveTo>
                <a:cubicBezTo>
                  <a:pt x="2391" y="1"/>
                  <a:pt x="0" y="2391"/>
                  <a:pt x="0" y="5340"/>
                </a:cubicBezTo>
                <a:cubicBezTo>
                  <a:pt x="0" y="8290"/>
                  <a:pt x="2391" y="10680"/>
                  <a:pt x="5340" y="10680"/>
                </a:cubicBezTo>
                <a:cubicBezTo>
                  <a:pt x="8289" y="10680"/>
                  <a:pt x="10680" y="8290"/>
                  <a:pt x="10680" y="5340"/>
                </a:cubicBezTo>
                <a:cubicBezTo>
                  <a:pt x="10680" y="2391"/>
                  <a:pt x="8289" y="1"/>
                  <a:pt x="5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0"/>
          <p:cNvSpPr/>
          <p:nvPr/>
        </p:nvSpPr>
        <p:spPr>
          <a:xfrm flipH="1">
            <a:off x="-279823" y="3843106"/>
            <a:ext cx="485425" cy="425027"/>
          </a:xfrm>
          <a:custGeom>
            <a:rect b="b" l="l" r="r" t="t"/>
            <a:pathLst>
              <a:path extrusionOk="0" h="1759" w="2009">
                <a:moveTo>
                  <a:pt x="1006" y="0"/>
                </a:moveTo>
                <a:cubicBezTo>
                  <a:pt x="702" y="0"/>
                  <a:pt x="407" y="157"/>
                  <a:pt x="244" y="439"/>
                </a:cubicBezTo>
                <a:cubicBezTo>
                  <a:pt x="1" y="859"/>
                  <a:pt x="144" y="1397"/>
                  <a:pt x="564" y="1640"/>
                </a:cubicBezTo>
                <a:cubicBezTo>
                  <a:pt x="703" y="1721"/>
                  <a:pt x="854" y="1759"/>
                  <a:pt x="1004" y="1759"/>
                </a:cubicBezTo>
                <a:cubicBezTo>
                  <a:pt x="1307" y="1759"/>
                  <a:pt x="1603" y="1602"/>
                  <a:pt x="1766" y="1321"/>
                </a:cubicBezTo>
                <a:cubicBezTo>
                  <a:pt x="2009" y="901"/>
                  <a:pt x="1865" y="363"/>
                  <a:pt x="1445" y="118"/>
                </a:cubicBezTo>
                <a:cubicBezTo>
                  <a:pt x="1306" y="38"/>
                  <a:pt x="1155" y="0"/>
                  <a:pt x="100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0"/>
          <p:cNvSpPr/>
          <p:nvPr/>
        </p:nvSpPr>
        <p:spPr>
          <a:xfrm flipH="1">
            <a:off x="7488655" y="-645765"/>
            <a:ext cx="1798415" cy="1638493"/>
          </a:xfrm>
          <a:custGeom>
            <a:rect b="b" l="l" r="r" t="t"/>
            <a:pathLst>
              <a:path extrusionOk="0" h="6781" w="7443">
                <a:moveTo>
                  <a:pt x="3721" y="1"/>
                </a:moveTo>
                <a:cubicBezTo>
                  <a:pt x="2854" y="1"/>
                  <a:pt x="1986" y="332"/>
                  <a:pt x="1325" y="993"/>
                </a:cubicBezTo>
                <a:cubicBezTo>
                  <a:pt x="1" y="2317"/>
                  <a:pt x="1" y="4464"/>
                  <a:pt x="1325" y="5788"/>
                </a:cubicBezTo>
                <a:cubicBezTo>
                  <a:pt x="1986" y="6449"/>
                  <a:pt x="2854" y="6780"/>
                  <a:pt x="3721" y="6780"/>
                </a:cubicBezTo>
                <a:cubicBezTo>
                  <a:pt x="4589" y="6780"/>
                  <a:pt x="5457" y="6449"/>
                  <a:pt x="6119" y="5788"/>
                </a:cubicBezTo>
                <a:cubicBezTo>
                  <a:pt x="7443" y="4464"/>
                  <a:pt x="7443" y="2317"/>
                  <a:pt x="6119" y="993"/>
                </a:cubicBezTo>
                <a:cubicBezTo>
                  <a:pt x="5457" y="332"/>
                  <a:pt x="4589" y="1"/>
                  <a:pt x="37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0"/>
          <p:cNvSpPr/>
          <p:nvPr/>
        </p:nvSpPr>
        <p:spPr>
          <a:xfrm flipH="1">
            <a:off x="8034723" y="-150670"/>
            <a:ext cx="709894" cy="645394"/>
          </a:xfrm>
          <a:custGeom>
            <a:rect b="b" l="l" r="r" t="t"/>
            <a:pathLst>
              <a:path extrusionOk="0" h="2671" w="2938">
                <a:moveTo>
                  <a:pt x="1468" y="1"/>
                </a:moveTo>
                <a:cubicBezTo>
                  <a:pt x="863" y="1"/>
                  <a:pt x="315" y="415"/>
                  <a:pt x="170" y="1030"/>
                </a:cubicBezTo>
                <a:cubicBezTo>
                  <a:pt x="1" y="1746"/>
                  <a:pt x="446" y="2465"/>
                  <a:pt x="1163" y="2635"/>
                </a:cubicBezTo>
                <a:cubicBezTo>
                  <a:pt x="1266" y="2659"/>
                  <a:pt x="1370" y="2671"/>
                  <a:pt x="1472" y="2671"/>
                </a:cubicBezTo>
                <a:cubicBezTo>
                  <a:pt x="2076" y="2671"/>
                  <a:pt x="2624" y="2257"/>
                  <a:pt x="2769" y="1643"/>
                </a:cubicBezTo>
                <a:cubicBezTo>
                  <a:pt x="2937" y="925"/>
                  <a:pt x="2494" y="206"/>
                  <a:pt x="1776" y="37"/>
                </a:cubicBezTo>
                <a:cubicBezTo>
                  <a:pt x="1673" y="12"/>
                  <a:pt x="1570" y="1"/>
                  <a:pt x="14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 flipH="1">
            <a:off x="8599420" y="3907134"/>
            <a:ext cx="687665" cy="625580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0"/>
          <p:cNvSpPr/>
          <p:nvPr/>
        </p:nvSpPr>
        <p:spPr>
          <a:xfrm flipH="1">
            <a:off x="7316868" y="4913895"/>
            <a:ext cx="437341" cy="406663"/>
          </a:xfrm>
          <a:custGeom>
            <a:rect b="b" l="l" r="r" t="t"/>
            <a:pathLst>
              <a:path extrusionOk="0" h="1683" w="1810">
                <a:moveTo>
                  <a:pt x="906" y="0"/>
                </a:moveTo>
                <a:cubicBezTo>
                  <a:pt x="501" y="0"/>
                  <a:pt x="142" y="294"/>
                  <a:pt x="76" y="707"/>
                </a:cubicBezTo>
                <a:cubicBezTo>
                  <a:pt x="1" y="1166"/>
                  <a:pt x="312" y="1598"/>
                  <a:pt x="771" y="1671"/>
                </a:cubicBezTo>
                <a:cubicBezTo>
                  <a:pt x="817" y="1679"/>
                  <a:pt x="863" y="1683"/>
                  <a:pt x="908" y="1683"/>
                </a:cubicBezTo>
                <a:cubicBezTo>
                  <a:pt x="1312" y="1683"/>
                  <a:pt x="1669" y="1389"/>
                  <a:pt x="1736" y="977"/>
                </a:cubicBezTo>
                <a:cubicBezTo>
                  <a:pt x="1810" y="518"/>
                  <a:pt x="1499" y="86"/>
                  <a:pt x="1040" y="11"/>
                </a:cubicBezTo>
                <a:cubicBezTo>
                  <a:pt x="995" y="4"/>
                  <a:pt x="950" y="0"/>
                  <a:pt x="9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0"/>
          <p:cNvSpPr/>
          <p:nvPr/>
        </p:nvSpPr>
        <p:spPr>
          <a:xfrm flipH="1">
            <a:off x="8839575" y="3039924"/>
            <a:ext cx="447490" cy="406905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0"/>
          <p:cNvSpPr/>
          <p:nvPr/>
        </p:nvSpPr>
        <p:spPr>
          <a:xfrm flipH="1">
            <a:off x="8034713" y="3446834"/>
            <a:ext cx="461745" cy="406905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0"/>
          <p:cNvSpPr/>
          <p:nvPr/>
        </p:nvSpPr>
        <p:spPr>
          <a:xfrm flipH="1">
            <a:off x="7848606" y="4253881"/>
            <a:ext cx="293333" cy="267243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0"/>
          <p:cNvSpPr/>
          <p:nvPr/>
        </p:nvSpPr>
        <p:spPr>
          <a:xfrm flipH="1">
            <a:off x="6734620" y="4665194"/>
            <a:ext cx="213355" cy="182914"/>
          </a:xfrm>
          <a:custGeom>
            <a:rect b="b" l="l" r="r" t="t"/>
            <a:pathLst>
              <a:path extrusionOk="0" h="757" w="883">
                <a:moveTo>
                  <a:pt x="505" y="1"/>
                </a:moveTo>
                <a:cubicBezTo>
                  <a:pt x="169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3" y="378"/>
                </a:cubicBezTo>
                <a:cubicBezTo>
                  <a:pt x="883" y="169"/>
                  <a:pt x="715" y="1"/>
                  <a:pt x="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0"/>
          <p:cNvSpPr/>
          <p:nvPr/>
        </p:nvSpPr>
        <p:spPr>
          <a:xfrm flipH="1">
            <a:off x="3324439" y="284637"/>
            <a:ext cx="213838" cy="182914"/>
          </a:xfrm>
          <a:custGeom>
            <a:rect b="b" l="l" r="r" t="t"/>
            <a:pathLst>
              <a:path extrusionOk="0" h="757" w="885">
                <a:moveTo>
                  <a:pt x="506" y="1"/>
                </a:moveTo>
                <a:cubicBezTo>
                  <a:pt x="170" y="1"/>
                  <a:pt x="1" y="407"/>
                  <a:pt x="239" y="645"/>
                </a:cubicBezTo>
                <a:cubicBezTo>
                  <a:pt x="316" y="722"/>
                  <a:pt x="410" y="756"/>
                  <a:pt x="503" y="756"/>
                </a:cubicBezTo>
                <a:cubicBezTo>
                  <a:pt x="697" y="756"/>
                  <a:pt x="883" y="606"/>
                  <a:pt x="884" y="378"/>
                </a:cubicBezTo>
                <a:cubicBezTo>
                  <a:pt x="884" y="169"/>
                  <a:pt x="715" y="1"/>
                  <a:pt x="5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0"/>
          <p:cNvSpPr/>
          <p:nvPr/>
        </p:nvSpPr>
        <p:spPr>
          <a:xfrm flipH="1">
            <a:off x="8200461" y="383958"/>
            <a:ext cx="1962720" cy="1788304"/>
          </a:xfrm>
          <a:custGeom>
            <a:rect b="b" l="l" r="r" t="t"/>
            <a:pathLst>
              <a:path extrusionOk="0" h="7401" w="8123">
                <a:moveTo>
                  <a:pt x="4061" y="1"/>
                </a:moveTo>
                <a:cubicBezTo>
                  <a:pt x="3115" y="1"/>
                  <a:pt x="2168" y="362"/>
                  <a:pt x="1446" y="1085"/>
                </a:cubicBezTo>
                <a:cubicBezTo>
                  <a:pt x="0" y="2529"/>
                  <a:pt x="0" y="4871"/>
                  <a:pt x="1446" y="6317"/>
                </a:cubicBezTo>
                <a:cubicBezTo>
                  <a:pt x="2168" y="7039"/>
                  <a:pt x="3115" y="7400"/>
                  <a:pt x="4061" y="7400"/>
                </a:cubicBezTo>
                <a:cubicBezTo>
                  <a:pt x="5008" y="7400"/>
                  <a:pt x="5955" y="7039"/>
                  <a:pt x="6678" y="6317"/>
                </a:cubicBezTo>
                <a:cubicBezTo>
                  <a:pt x="8122" y="4871"/>
                  <a:pt x="8122" y="2529"/>
                  <a:pt x="6678" y="1085"/>
                </a:cubicBezTo>
                <a:cubicBezTo>
                  <a:pt x="5955" y="362"/>
                  <a:pt x="5008" y="1"/>
                  <a:pt x="40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 flipH="1">
            <a:off x="262355" y="4422434"/>
            <a:ext cx="491465" cy="491475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8"/>
                  <a:pt x="456" y="2034"/>
                  <a:pt x="1017" y="2034"/>
                </a:cubicBezTo>
                <a:cubicBezTo>
                  <a:pt x="1578" y="2034"/>
                  <a:pt x="2033" y="1578"/>
                  <a:pt x="2033" y="1017"/>
                </a:cubicBezTo>
                <a:cubicBezTo>
                  <a:pt x="2033" y="456"/>
                  <a:pt x="1578" y="1"/>
                  <a:pt x="10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 flipH="1">
            <a:off x="-854520" y="4665200"/>
            <a:ext cx="1305500" cy="1305527"/>
          </a:xfrm>
          <a:custGeom>
            <a:rect b="b" l="l" r="r" t="t"/>
            <a:pathLst>
              <a:path extrusionOk="0" h="5403" w="5403">
                <a:moveTo>
                  <a:pt x="2701" y="1"/>
                </a:moveTo>
                <a:cubicBezTo>
                  <a:pt x="1210" y="1"/>
                  <a:pt x="1" y="1210"/>
                  <a:pt x="1" y="2701"/>
                </a:cubicBezTo>
                <a:cubicBezTo>
                  <a:pt x="1" y="4193"/>
                  <a:pt x="1210" y="5402"/>
                  <a:pt x="2701" y="5402"/>
                </a:cubicBezTo>
                <a:cubicBezTo>
                  <a:pt x="4193" y="5402"/>
                  <a:pt x="5402" y="4193"/>
                  <a:pt x="5402" y="2701"/>
                </a:cubicBezTo>
                <a:cubicBezTo>
                  <a:pt x="5402" y="1210"/>
                  <a:pt x="4193" y="1"/>
                  <a:pt x="27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0"/>
          <p:cNvSpPr/>
          <p:nvPr/>
        </p:nvSpPr>
        <p:spPr>
          <a:xfrm flipH="1">
            <a:off x="-592128" y="1129628"/>
            <a:ext cx="1043095" cy="1042633"/>
          </a:xfrm>
          <a:custGeom>
            <a:rect b="b" l="l" r="r" t="t"/>
            <a:pathLst>
              <a:path extrusionOk="0" h="4315" w="4317">
                <a:moveTo>
                  <a:pt x="2159" y="0"/>
                </a:moveTo>
                <a:cubicBezTo>
                  <a:pt x="967" y="0"/>
                  <a:pt x="1" y="966"/>
                  <a:pt x="1" y="2157"/>
                </a:cubicBezTo>
                <a:cubicBezTo>
                  <a:pt x="1" y="3348"/>
                  <a:pt x="967" y="4314"/>
                  <a:pt x="2159" y="4314"/>
                </a:cubicBezTo>
                <a:cubicBezTo>
                  <a:pt x="3350" y="4314"/>
                  <a:pt x="4316" y="3348"/>
                  <a:pt x="4316" y="2157"/>
                </a:cubicBezTo>
                <a:cubicBezTo>
                  <a:pt x="4316" y="966"/>
                  <a:pt x="3350" y="0"/>
                  <a:pt x="21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0"/>
          <p:cNvSpPr/>
          <p:nvPr/>
        </p:nvSpPr>
        <p:spPr>
          <a:xfrm flipH="1">
            <a:off x="4191370" y="-160912"/>
            <a:ext cx="442899" cy="443149"/>
          </a:xfrm>
          <a:custGeom>
            <a:rect b="b" l="l" r="r" t="t"/>
            <a:pathLst>
              <a:path extrusionOk="0" h="1834" w="1833">
                <a:moveTo>
                  <a:pt x="916" y="1"/>
                </a:moveTo>
                <a:cubicBezTo>
                  <a:pt x="410" y="1"/>
                  <a:pt x="1" y="412"/>
                  <a:pt x="1" y="918"/>
                </a:cubicBezTo>
                <a:cubicBezTo>
                  <a:pt x="1" y="1423"/>
                  <a:pt x="410" y="1833"/>
                  <a:pt x="916" y="1833"/>
                </a:cubicBezTo>
                <a:cubicBezTo>
                  <a:pt x="1423" y="1833"/>
                  <a:pt x="1833" y="1423"/>
                  <a:pt x="1833" y="918"/>
                </a:cubicBezTo>
                <a:cubicBezTo>
                  <a:pt x="1833" y="412"/>
                  <a:pt x="1423" y="1"/>
                  <a:pt x="9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0"/>
          <p:cNvSpPr/>
          <p:nvPr/>
        </p:nvSpPr>
        <p:spPr>
          <a:xfrm flipH="1">
            <a:off x="1227331" y="-126843"/>
            <a:ext cx="600438" cy="600692"/>
          </a:xfrm>
          <a:custGeom>
            <a:rect b="b" l="l" r="r" t="t"/>
            <a:pathLst>
              <a:path extrusionOk="0" h="2486" w="2485">
                <a:moveTo>
                  <a:pt x="1242" y="1"/>
                </a:moveTo>
                <a:cubicBezTo>
                  <a:pt x="557" y="1"/>
                  <a:pt x="1" y="557"/>
                  <a:pt x="1" y="1242"/>
                </a:cubicBezTo>
                <a:cubicBezTo>
                  <a:pt x="1" y="1929"/>
                  <a:pt x="557" y="2485"/>
                  <a:pt x="1242" y="2485"/>
                </a:cubicBezTo>
                <a:cubicBezTo>
                  <a:pt x="1929" y="2485"/>
                  <a:pt x="2485" y="1929"/>
                  <a:pt x="2485" y="1242"/>
                </a:cubicBezTo>
                <a:cubicBezTo>
                  <a:pt x="2485" y="557"/>
                  <a:pt x="1929" y="1"/>
                  <a:pt x="12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0"/>
          <p:cNvSpPr/>
          <p:nvPr/>
        </p:nvSpPr>
        <p:spPr>
          <a:xfrm flipH="1">
            <a:off x="2170882" y="203462"/>
            <a:ext cx="345282" cy="345289"/>
          </a:xfrm>
          <a:custGeom>
            <a:rect b="b" l="l" r="r" t="t"/>
            <a:pathLst>
              <a:path extrusionOk="0" h="1429" w="1429">
                <a:moveTo>
                  <a:pt x="715" y="1"/>
                </a:moveTo>
                <a:cubicBezTo>
                  <a:pt x="320" y="1"/>
                  <a:pt x="1" y="320"/>
                  <a:pt x="1" y="715"/>
                </a:cubicBezTo>
                <a:cubicBezTo>
                  <a:pt x="1" y="1109"/>
                  <a:pt x="320" y="1428"/>
                  <a:pt x="715" y="1428"/>
                </a:cubicBezTo>
                <a:cubicBezTo>
                  <a:pt x="1108" y="1428"/>
                  <a:pt x="1429" y="1109"/>
                  <a:pt x="1429" y="715"/>
                </a:cubicBezTo>
                <a:cubicBezTo>
                  <a:pt x="1429" y="320"/>
                  <a:pt x="1108" y="1"/>
                  <a:pt x="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"/>
          <p:cNvSpPr/>
          <p:nvPr/>
        </p:nvSpPr>
        <p:spPr>
          <a:xfrm flipH="1">
            <a:off x="352529" y="252305"/>
            <a:ext cx="772717" cy="680913"/>
          </a:xfrm>
          <a:custGeom>
            <a:rect b="b" l="l" r="r" t="t"/>
            <a:pathLst>
              <a:path extrusionOk="0" h="2818" w="3198">
                <a:moveTo>
                  <a:pt x="1598" y="1"/>
                </a:moveTo>
                <a:cubicBezTo>
                  <a:pt x="1419" y="1"/>
                  <a:pt x="1236" y="35"/>
                  <a:pt x="1060" y="108"/>
                </a:cubicBezTo>
                <a:cubicBezTo>
                  <a:pt x="342" y="406"/>
                  <a:pt x="1" y="1229"/>
                  <a:pt x="298" y="1948"/>
                </a:cubicBezTo>
                <a:cubicBezTo>
                  <a:pt x="523" y="2490"/>
                  <a:pt x="1047" y="2817"/>
                  <a:pt x="1600" y="2817"/>
                </a:cubicBezTo>
                <a:cubicBezTo>
                  <a:pt x="1779" y="2817"/>
                  <a:pt x="1961" y="2783"/>
                  <a:pt x="2137" y="2710"/>
                </a:cubicBezTo>
                <a:cubicBezTo>
                  <a:pt x="2856" y="2413"/>
                  <a:pt x="3198" y="1589"/>
                  <a:pt x="2900" y="870"/>
                </a:cubicBezTo>
                <a:cubicBezTo>
                  <a:pt x="2676" y="328"/>
                  <a:pt x="2151" y="1"/>
                  <a:pt x="1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"/>
          <p:cNvSpPr/>
          <p:nvPr/>
        </p:nvSpPr>
        <p:spPr>
          <a:xfrm flipH="1">
            <a:off x="6042957" y="-166846"/>
            <a:ext cx="748796" cy="680672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0"/>
          <p:cNvSpPr/>
          <p:nvPr/>
        </p:nvSpPr>
        <p:spPr>
          <a:xfrm flipH="1">
            <a:off x="4125126" y="103252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0"/>
          <p:cNvSpPr/>
          <p:nvPr/>
        </p:nvSpPr>
        <p:spPr>
          <a:xfrm flipH="1">
            <a:off x="-805274" y="4318577"/>
            <a:ext cx="5518357" cy="680924"/>
          </a:xfrm>
          <a:custGeom>
            <a:rect b="b" l="l" r="r" t="t"/>
            <a:pathLst>
              <a:path extrusionOk="0" h="6417" w="52006">
                <a:moveTo>
                  <a:pt x="42454" y="0"/>
                </a:moveTo>
                <a:cubicBezTo>
                  <a:pt x="42391" y="0"/>
                  <a:pt x="42321" y="45"/>
                  <a:pt x="42319" y="120"/>
                </a:cubicBezTo>
                <a:cubicBezTo>
                  <a:pt x="42277" y="1651"/>
                  <a:pt x="42138" y="3177"/>
                  <a:pt x="41904" y="4690"/>
                </a:cubicBezTo>
                <a:cubicBezTo>
                  <a:pt x="41880" y="4844"/>
                  <a:pt x="41860" y="5002"/>
                  <a:pt x="41827" y="5154"/>
                </a:cubicBezTo>
                <a:cubicBezTo>
                  <a:pt x="41780" y="5374"/>
                  <a:pt x="41690" y="5467"/>
                  <a:pt x="41454" y="5494"/>
                </a:cubicBezTo>
                <a:cubicBezTo>
                  <a:pt x="41353" y="5505"/>
                  <a:pt x="41249" y="5510"/>
                  <a:pt x="41144" y="5510"/>
                </a:cubicBezTo>
                <a:cubicBezTo>
                  <a:pt x="40842" y="5510"/>
                  <a:pt x="40528" y="5475"/>
                  <a:pt x="40236" y="5468"/>
                </a:cubicBezTo>
                <a:cubicBezTo>
                  <a:pt x="39562" y="5455"/>
                  <a:pt x="38885" y="5461"/>
                  <a:pt x="38211" y="5421"/>
                </a:cubicBezTo>
                <a:cubicBezTo>
                  <a:pt x="37272" y="5364"/>
                  <a:pt x="35982" y="5155"/>
                  <a:pt x="35616" y="4138"/>
                </a:cubicBezTo>
                <a:cubicBezTo>
                  <a:pt x="35480" y="3758"/>
                  <a:pt x="35449" y="3192"/>
                  <a:pt x="34969" y="3077"/>
                </a:cubicBezTo>
                <a:cubicBezTo>
                  <a:pt x="34920" y="3065"/>
                  <a:pt x="34872" y="3060"/>
                  <a:pt x="34826" y="3060"/>
                </a:cubicBezTo>
                <a:cubicBezTo>
                  <a:pt x="34420" y="3060"/>
                  <a:pt x="34115" y="3486"/>
                  <a:pt x="33900" y="3785"/>
                </a:cubicBezTo>
                <a:cubicBezTo>
                  <a:pt x="33107" y="4883"/>
                  <a:pt x="31914" y="5624"/>
                  <a:pt x="30580" y="5847"/>
                </a:cubicBezTo>
                <a:lnTo>
                  <a:pt x="30580" y="5847"/>
                </a:lnTo>
                <a:cubicBezTo>
                  <a:pt x="30238" y="4003"/>
                  <a:pt x="30018" y="2139"/>
                  <a:pt x="29920" y="267"/>
                </a:cubicBezTo>
                <a:cubicBezTo>
                  <a:pt x="29916" y="194"/>
                  <a:pt x="29845" y="148"/>
                  <a:pt x="29782" y="148"/>
                </a:cubicBezTo>
                <a:cubicBezTo>
                  <a:pt x="29734" y="148"/>
                  <a:pt x="29690" y="174"/>
                  <a:pt x="29681" y="235"/>
                </a:cubicBezTo>
                <a:cubicBezTo>
                  <a:pt x="29447" y="1836"/>
                  <a:pt x="29218" y="3436"/>
                  <a:pt x="28980" y="5035"/>
                </a:cubicBezTo>
                <a:cubicBezTo>
                  <a:pt x="28945" y="5263"/>
                  <a:pt x="28949" y="5470"/>
                  <a:pt x="28664" y="5505"/>
                </a:cubicBezTo>
                <a:cubicBezTo>
                  <a:pt x="28629" y="5509"/>
                  <a:pt x="28594" y="5510"/>
                  <a:pt x="28558" y="5510"/>
                </a:cubicBezTo>
                <a:cubicBezTo>
                  <a:pt x="28430" y="5510"/>
                  <a:pt x="28293" y="5491"/>
                  <a:pt x="28172" y="5487"/>
                </a:cubicBezTo>
                <a:lnTo>
                  <a:pt x="26895" y="5435"/>
                </a:lnTo>
                <a:cubicBezTo>
                  <a:pt x="26173" y="5405"/>
                  <a:pt x="25432" y="5418"/>
                  <a:pt x="24716" y="5316"/>
                </a:cubicBezTo>
                <a:cubicBezTo>
                  <a:pt x="24122" y="5229"/>
                  <a:pt x="23557" y="5016"/>
                  <a:pt x="23222" y="4492"/>
                </a:cubicBezTo>
                <a:cubicBezTo>
                  <a:pt x="22970" y="4100"/>
                  <a:pt x="22818" y="3609"/>
                  <a:pt x="22456" y="3298"/>
                </a:cubicBezTo>
                <a:cubicBezTo>
                  <a:pt x="22284" y="3150"/>
                  <a:pt x="22083" y="3079"/>
                  <a:pt x="21880" y="3079"/>
                </a:cubicBezTo>
                <a:cubicBezTo>
                  <a:pt x="21671" y="3079"/>
                  <a:pt x="21461" y="3154"/>
                  <a:pt x="21281" y="3296"/>
                </a:cubicBezTo>
                <a:cubicBezTo>
                  <a:pt x="20822" y="3654"/>
                  <a:pt x="20691" y="4226"/>
                  <a:pt x="20426" y="4716"/>
                </a:cubicBezTo>
                <a:cubicBezTo>
                  <a:pt x="20258" y="5027"/>
                  <a:pt x="20027" y="5267"/>
                  <a:pt x="19679" y="5361"/>
                </a:cubicBezTo>
                <a:cubicBezTo>
                  <a:pt x="19392" y="5437"/>
                  <a:pt x="19090" y="5431"/>
                  <a:pt x="18797" y="5435"/>
                </a:cubicBezTo>
                <a:cubicBezTo>
                  <a:pt x="18366" y="5440"/>
                  <a:pt x="17925" y="5461"/>
                  <a:pt x="17596" y="5728"/>
                </a:cubicBezTo>
                <a:lnTo>
                  <a:pt x="17596" y="5728"/>
                </a:lnTo>
                <a:cubicBezTo>
                  <a:pt x="17258" y="4031"/>
                  <a:pt x="17058" y="2308"/>
                  <a:pt x="17001" y="578"/>
                </a:cubicBezTo>
                <a:cubicBezTo>
                  <a:pt x="16998" y="504"/>
                  <a:pt x="16929" y="459"/>
                  <a:pt x="16866" y="459"/>
                </a:cubicBezTo>
                <a:cubicBezTo>
                  <a:pt x="16817" y="459"/>
                  <a:pt x="16773" y="485"/>
                  <a:pt x="16763" y="545"/>
                </a:cubicBezTo>
                <a:lnTo>
                  <a:pt x="16757" y="578"/>
                </a:lnTo>
                <a:lnTo>
                  <a:pt x="16757" y="578"/>
                </a:lnTo>
                <a:lnTo>
                  <a:pt x="16756" y="578"/>
                </a:lnTo>
                <a:lnTo>
                  <a:pt x="16756" y="578"/>
                </a:lnTo>
                <a:cubicBezTo>
                  <a:pt x="16756" y="579"/>
                  <a:pt x="16756" y="581"/>
                  <a:pt x="16756" y="582"/>
                </a:cubicBezTo>
                <a:lnTo>
                  <a:pt x="16756" y="582"/>
                </a:lnTo>
                <a:lnTo>
                  <a:pt x="16331" y="3057"/>
                </a:lnTo>
                <a:lnTo>
                  <a:pt x="16141" y="4162"/>
                </a:lnTo>
                <a:lnTo>
                  <a:pt x="16037" y="4765"/>
                </a:lnTo>
                <a:cubicBezTo>
                  <a:pt x="16004" y="4963"/>
                  <a:pt x="15994" y="5190"/>
                  <a:pt x="15921" y="5378"/>
                </a:cubicBezTo>
                <a:cubicBezTo>
                  <a:pt x="15854" y="5550"/>
                  <a:pt x="15724" y="5605"/>
                  <a:pt x="15575" y="5605"/>
                </a:cubicBezTo>
                <a:cubicBezTo>
                  <a:pt x="15377" y="5605"/>
                  <a:pt x="15145" y="5509"/>
                  <a:pt x="14979" y="5465"/>
                </a:cubicBezTo>
                <a:cubicBezTo>
                  <a:pt x="14624" y="5370"/>
                  <a:pt x="14255" y="5339"/>
                  <a:pt x="13888" y="5339"/>
                </a:cubicBezTo>
                <a:cubicBezTo>
                  <a:pt x="13866" y="5339"/>
                  <a:pt x="13843" y="5339"/>
                  <a:pt x="13821" y="5339"/>
                </a:cubicBezTo>
                <a:cubicBezTo>
                  <a:pt x="13302" y="5343"/>
                  <a:pt x="12776" y="5411"/>
                  <a:pt x="12254" y="5411"/>
                </a:cubicBezTo>
                <a:cubicBezTo>
                  <a:pt x="12040" y="5411"/>
                  <a:pt x="11827" y="5399"/>
                  <a:pt x="11616" y="5368"/>
                </a:cubicBezTo>
                <a:cubicBezTo>
                  <a:pt x="11061" y="5285"/>
                  <a:pt x="10475" y="5069"/>
                  <a:pt x="10091" y="4643"/>
                </a:cubicBezTo>
                <a:cubicBezTo>
                  <a:pt x="9897" y="4427"/>
                  <a:pt x="9787" y="4173"/>
                  <a:pt x="9743" y="3888"/>
                </a:cubicBezTo>
                <a:cubicBezTo>
                  <a:pt x="9707" y="3654"/>
                  <a:pt x="9705" y="3394"/>
                  <a:pt x="9578" y="3185"/>
                </a:cubicBezTo>
                <a:cubicBezTo>
                  <a:pt x="9464" y="2998"/>
                  <a:pt x="9299" y="2929"/>
                  <a:pt x="9120" y="2929"/>
                </a:cubicBezTo>
                <a:cubicBezTo>
                  <a:pt x="8862" y="2929"/>
                  <a:pt x="8574" y="3073"/>
                  <a:pt x="8373" y="3214"/>
                </a:cubicBezTo>
                <a:cubicBezTo>
                  <a:pt x="7958" y="3505"/>
                  <a:pt x="7656" y="3918"/>
                  <a:pt x="7338" y="4305"/>
                </a:cubicBezTo>
                <a:cubicBezTo>
                  <a:pt x="6905" y="4830"/>
                  <a:pt x="6468" y="5230"/>
                  <a:pt x="5767" y="5318"/>
                </a:cubicBezTo>
                <a:cubicBezTo>
                  <a:pt x="5358" y="5369"/>
                  <a:pt x="4797" y="5459"/>
                  <a:pt x="4526" y="5787"/>
                </a:cubicBezTo>
                <a:lnTo>
                  <a:pt x="4526" y="5787"/>
                </a:lnTo>
                <a:cubicBezTo>
                  <a:pt x="4284" y="4322"/>
                  <a:pt x="4115" y="2847"/>
                  <a:pt x="4017" y="1366"/>
                </a:cubicBezTo>
                <a:lnTo>
                  <a:pt x="4017" y="1366"/>
                </a:lnTo>
                <a:cubicBezTo>
                  <a:pt x="4013" y="1145"/>
                  <a:pt x="4000" y="925"/>
                  <a:pt x="3979" y="705"/>
                </a:cubicBezTo>
                <a:lnTo>
                  <a:pt x="3979" y="705"/>
                </a:lnTo>
                <a:cubicBezTo>
                  <a:pt x="3978" y="695"/>
                  <a:pt x="3978" y="685"/>
                  <a:pt x="3977" y="675"/>
                </a:cubicBezTo>
                <a:lnTo>
                  <a:pt x="3976" y="675"/>
                </a:lnTo>
                <a:cubicBezTo>
                  <a:pt x="3968" y="599"/>
                  <a:pt x="3905" y="560"/>
                  <a:pt x="3845" y="560"/>
                </a:cubicBezTo>
                <a:cubicBezTo>
                  <a:pt x="3786" y="560"/>
                  <a:pt x="3730" y="598"/>
                  <a:pt x="3734" y="676"/>
                </a:cubicBezTo>
                <a:cubicBezTo>
                  <a:pt x="3747" y="925"/>
                  <a:pt x="3761" y="1173"/>
                  <a:pt x="3778" y="1421"/>
                </a:cubicBezTo>
                <a:lnTo>
                  <a:pt x="3778" y="1421"/>
                </a:lnTo>
                <a:cubicBezTo>
                  <a:pt x="3786" y="1975"/>
                  <a:pt x="3742" y="2529"/>
                  <a:pt x="3645" y="3076"/>
                </a:cubicBezTo>
                <a:cubicBezTo>
                  <a:pt x="3513" y="3816"/>
                  <a:pt x="3310" y="4663"/>
                  <a:pt x="2910" y="5307"/>
                </a:cubicBezTo>
                <a:cubicBezTo>
                  <a:pt x="2725" y="5605"/>
                  <a:pt x="2489" y="5702"/>
                  <a:pt x="2225" y="5702"/>
                </a:cubicBezTo>
                <a:cubicBezTo>
                  <a:pt x="1744" y="5702"/>
                  <a:pt x="1174" y="5382"/>
                  <a:pt x="661" y="5382"/>
                </a:cubicBezTo>
                <a:cubicBezTo>
                  <a:pt x="462" y="5382"/>
                  <a:pt x="271" y="5430"/>
                  <a:pt x="98" y="5565"/>
                </a:cubicBezTo>
                <a:cubicBezTo>
                  <a:pt x="0" y="5641"/>
                  <a:pt x="89" y="5765"/>
                  <a:pt x="191" y="5765"/>
                </a:cubicBezTo>
                <a:cubicBezTo>
                  <a:pt x="217" y="5765"/>
                  <a:pt x="245" y="5757"/>
                  <a:pt x="270" y="5737"/>
                </a:cubicBezTo>
                <a:lnTo>
                  <a:pt x="268" y="5737"/>
                </a:lnTo>
                <a:cubicBezTo>
                  <a:pt x="398" y="5636"/>
                  <a:pt x="547" y="5599"/>
                  <a:pt x="705" y="5599"/>
                </a:cubicBezTo>
                <a:cubicBezTo>
                  <a:pt x="1098" y="5599"/>
                  <a:pt x="1547" y="5831"/>
                  <a:pt x="1886" y="5904"/>
                </a:cubicBezTo>
                <a:cubicBezTo>
                  <a:pt x="1999" y="5928"/>
                  <a:pt x="2108" y="5940"/>
                  <a:pt x="2212" y="5940"/>
                </a:cubicBezTo>
                <a:cubicBezTo>
                  <a:pt x="2611" y="5940"/>
                  <a:pt x="2940" y="5761"/>
                  <a:pt x="3159" y="5360"/>
                </a:cubicBezTo>
                <a:cubicBezTo>
                  <a:pt x="3526" y="4685"/>
                  <a:pt x="3742" y="3893"/>
                  <a:pt x="3878" y="3141"/>
                </a:cubicBezTo>
                <a:cubicBezTo>
                  <a:pt x="3888" y="3083"/>
                  <a:pt x="3898" y="3024"/>
                  <a:pt x="3907" y="2966"/>
                </a:cubicBezTo>
                <a:lnTo>
                  <a:pt x="3907" y="2966"/>
                </a:lnTo>
                <a:cubicBezTo>
                  <a:pt x="4021" y="4092"/>
                  <a:pt x="4176" y="5214"/>
                  <a:pt x="4372" y="6330"/>
                </a:cubicBezTo>
                <a:cubicBezTo>
                  <a:pt x="4382" y="6389"/>
                  <a:pt x="4431" y="6416"/>
                  <a:pt x="4482" y="6416"/>
                </a:cubicBezTo>
                <a:cubicBezTo>
                  <a:pt x="4546" y="6416"/>
                  <a:pt x="4613" y="6373"/>
                  <a:pt x="4610" y="6297"/>
                </a:cubicBezTo>
                <a:cubicBezTo>
                  <a:pt x="4571" y="5468"/>
                  <a:pt x="5855" y="5629"/>
                  <a:pt x="6362" y="5431"/>
                </a:cubicBezTo>
                <a:cubicBezTo>
                  <a:pt x="6817" y="5255"/>
                  <a:pt x="7161" y="4894"/>
                  <a:pt x="7467" y="4526"/>
                </a:cubicBezTo>
                <a:cubicBezTo>
                  <a:pt x="7798" y="4129"/>
                  <a:pt x="8106" y="3679"/>
                  <a:pt x="8546" y="3390"/>
                </a:cubicBezTo>
                <a:cubicBezTo>
                  <a:pt x="8695" y="3292"/>
                  <a:pt x="8913" y="3174"/>
                  <a:pt x="9099" y="3174"/>
                </a:cubicBezTo>
                <a:cubicBezTo>
                  <a:pt x="9226" y="3174"/>
                  <a:pt x="9339" y="3229"/>
                  <a:pt x="9405" y="3384"/>
                </a:cubicBezTo>
                <a:cubicBezTo>
                  <a:pt x="9505" y="3622"/>
                  <a:pt x="9481" y="3899"/>
                  <a:pt x="9547" y="4146"/>
                </a:cubicBezTo>
                <a:cubicBezTo>
                  <a:pt x="9821" y="5180"/>
                  <a:pt x="11034" y="5608"/>
                  <a:pt x="11995" y="5644"/>
                </a:cubicBezTo>
                <a:cubicBezTo>
                  <a:pt x="12071" y="5647"/>
                  <a:pt x="12147" y="5649"/>
                  <a:pt x="12223" y="5649"/>
                </a:cubicBezTo>
                <a:cubicBezTo>
                  <a:pt x="12773" y="5649"/>
                  <a:pt x="13322" y="5581"/>
                  <a:pt x="13871" y="5581"/>
                </a:cubicBezTo>
                <a:cubicBezTo>
                  <a:pt x="14012" y="5581"/>
                  <a:pt x="14153" y="5585"/>
                  <a:pt x="14294" y="5596"/>
                </a:cubicBezTo>
                <a:cubicBezTo>
                  <a:pt x="14646" y="5624"/>
                  <a:pt x="14960" y="5734"/>
                  <a:pt x="15300" y="5809"/>
                </a:cubicBezTo>
                <a:cubicBezTo>
                  <a:pt x="15394" y="5830"/>
                  <a:pt x="15493" y="5845"/>
                  <a:pt x="15590" y="5845"/>
                </a:cubicBezTo>
                <a:cubicBezTo>
                  <a:pt x="15749" y="5845"/>
                  <a:pt x="15903" y="5804"/>
                  <a:pt x="16020" y="5679"/>
                </a:cubicBezTo>
                <a:cubicBezTo>
                  <a:pt x="16238" y="5450"/>
                  <a:pt x="16238" y="5021"/>
                  <a:pt x="16288" y="4729"/>
                </a:cubicBezTo>
                <a:lnTo>
                  <a:pt x="16529" y="3323"/>
                </a:lnTo>
                <a:lnTo>
                  <a:pt x="16812" y="1675"/>
                </a:lnTo>
                <a:lnTo>
                  <a:pt x="16812" y="1675"/>
                </a:lnTo>
                <a:cubicBezTo>
                  <a:pt x="16912" y="3130"/>
                  <a:pt x="17110" y="4577"/>
                  <a:pt x="17405" y="6006"/>
                </a:cubicBezTo>
                <a:cubicBezTo>
                  <a:pt x="17418" y="6066"/>
                  <a:pt x="17462" y="6091"/>
                  <a:pt x="17510" y="6091"/>
                </a:cubicBezTo>
                <a:cubicBezTo>
                  <a:pt x="17554" y="6091"/>
                  <a:pt x="17599" y="6070"/>
                  <a:pt x="17626" y="6035"/>
                </a:cubicBezTo>
                <a:cubicBezTo>
                  <a:pt x="17881" y="5699"/>
                  <a:pt x="18325" y="5673"/>
                  <a:pt x="18739" y="5673"/>
                </a:cubicBezTo>
                <a:cubicBezTo>
                  <a:pt x="18815" y="5673"/>
                  <a:pt x="18890" y="5674"/>
                  <a:pt x="18962" y="5674"/>
                </a:cubicBezTo>
                <a:cubicBezTo>
                  <a:pt x="19020" y="5674"/>
                  <a:pt x="19076" y="5673"/>
                  <a:pt x="19130" y="5671"/>
                </a:cubicBezTo>
                <a:cubicBezTo>
                  <a:pt x="19628" y="5653"/>
                  <a:pt x="20108" y="5552"/>
                  <a:pt x="20435" y="5144"/>
                </a:cubicBezTo>
                <a:cubicBezTo>
                  <a:pt x="20805" y="4681"/>
                  <a:pt x="20883" y="4049"/>
                  <a:pt x="21293" y="3611"/>
                </a:cubicBezTo>
                <a:cubicBezTo>
                  <a:pt x="21450" y="3445"/>
                  <a:pt x="21658" y="3316"/>
                  <a:pt x="21882" y="3316"/>
                </a:cubicBezTo>
                <a:cubicBezTo>
                  <a:pt x="21947" y="3316"/>
                  <a:pt x="22012" y="3327"/>
                  <a:pt x="22079" y="3350"/>
                </a:cubicBezTo>
                <a:cubicBezTo>
                  <a:pt x="22345" y="3443"/>
                  <a:pt x="22507" y="3706"/>
                  <a:pt x="22639" y="3939"/>
                </a:cubicBezTo>
                <a:cubicBezTo>
                  <a:pt x="22877" y="4360"/>
                  <a:pt x="23062" y="4811"/>
                  <a:pt x="23461" y="5110"/>
                </a:cubicBezTo>
                <a:cubicBezTo>
                  <a:pt x="23919" y="5452"/>
                  <a:pt x="24507" y="5550"/>
                  <a:pt x="25062" y="5595"/>
                </a:cubicBezTo>
                <a:cubicBezTo>
                  <a:pt x="25790" y="5653"/>
                  <a:pt x="26522" y="5661"/>
                  <a:pt x="27251" y="5691"/>
                </a:cubicBezTo>
                <a:lnTo>
                  <a:pt x="28427" y="5739"/>
                </a:lnTo>
                <a:cubicBezTo>
                  <a:pt x="28484" y="5741"/>
                  <a:pt x="28542" y="5743"/>
                  <a:pt x="28599" y="5743"/>
                </a:cubicBezTo>
                <a:cubicBezTo>
                  <a:pt x="28811" y="5743"/>
                  <a:pt x="29009" y="5708"/>
                  <a:pt x="29121" y="5487"/>
                </a:cubicBezTo>
                <a:cubicBezTo>
                  <a:pt x="29280" y="5172"/>
                  <a:pt x="29269" y="4725"/>
                  <a:pt x="29318" y="4383"/>
                </a:cubicBezTo>
                <a:lnTo>
                  <a:pt x="29512" y="3057"/>
                </a:lnTo>
                <a:lnTo>
                  <a:pt x="29753" y="1409"/>
                </a:lnTo>
                <a:lnTo>
                  <a:pt x="29753" y="1409"/>
                </a:lnTo>
                <a:cubicBezTo>
                  <a:pt x="29875" y="2954"/>
                  <a:pt x="30079" y="4491"/>
                  <a:pt x="30365" y="6015"/>
                </a:cubicBezTo>
                <a:cubicBezTo>
                  <a:pt x="30377" y="6076"/>
                  <a:pt x="30435" y="6101"/>
                  <a:pt x="30489" y="6101"/>
                </a:cubicBezTo>
                <a:cubicBezTo>
                  <a:pt x="30498" y="6101"/>
                  <a:pt x="30506" y="6101"/>
                  <a:pt x="30514" y="6099"/>
                </a:cubicBezTo>
                <a:cubicBezTo>
                  <a:pt x="31726" y="5930"/>
                  <a:pt x="32865" y="5334"/>
                  <a:pt x="33690" y="4430"/>
                </a:cubicBezTo>
                <a:cubicBezTo>
                  <a:pt x="33875" y="4227"/>
                  <a:pt x="34031" y="4006"/>
                  <a:pt x="34196" y="3787"/>
                </a:cubicBezTo>
                <a:cubicBezTo>
                  <a:pt x="34335" y="3602"/>
                  <a:pt x="34583" y="3302"/>
                  <a:pt x="34838" y="3302"/>
                </a:cubicBezTo>
                <a:cubicBezTo>
                  <a:pt x="34915" y="3302"/>
                  <a:pt x="34994" y="3330"/>
                  <a:pt x="35070" y="3398"/>
                </a:cubicBezTo>
                <a:cubicBezTo>
                  <a:pt x="35256" y="3566"/>
                  <a:pt x="35283" y="3884"/>
                  <a:pt x="35352" y="4109"/>
                </a:cubicBezTo>
                <a:cubicBezTo>
                  <a:pt x="35418" y="4330"/>
                  <a:pt x="35525" y="4536"/>
                  <a:pt x="35669" y="4716"/>
                </a:cubicBezTo>
                <a:cubicBezTo>
                  <a:pt x="36291" y="5480"/>
                  <a:pt x="37427" y="5627"/>
                  <a:pt x="38347" y="5670"/>
                </a:cubicBezTo>
                <a:cubicBezTo>
                  <a:pt x="39094" y="5704"/>
                  <a:pt x="39844" y="5704"/>
                  <a:pt x="40592" y="5718"/>
                </a:cubicBezTo>
                <a:cubicBezTo>
                  <a:pt x="40815" y="5723"/>
                  <a:pt x="41069" y="5756"/>
                  <a:pt x="41311" y="5756"/>
                </a:cubicBezTo>
                <a:cubicBezTo>
                  <a:pt x="41433" y="5756"/>
                  <a:pt x="41552" y="5748"/>
                  <a:pt x="41662" y="5723"/>
                </a:cubicBezTo>
                <a:cubicBezTo>
                  <a:pt x="41908" y="5668"/>
                  <a:pt x="42013" y="5446"/>
                  <a:pt x="42061" y="5219"/>
                </a:cubicBezTo>
                <a:cubicBezTo>
                  <a:pt x="42234" y="4405"/>
                  <a:pt x="42314" y="3555"/>
                  <a:pt x="42397" y="2728"/>
                </a:cubicBezTo>
                <a:cubicBezTo>
                  <a:pt x="42442" y="2267"/>
                  <a:pt x="42479" y="1806"/>
                  <a:pt x="42507" y="1345"/>
                </a:cubicBezTo>
                <a:lnTo>
                  <a:pt x="42507" y="1345"/>
                </a:lnTo>
                <a:cubicBezTo>
                  <a:pt x="42753" y="2930"/>
                  <a:pt x="42998" y="4516"/>
                  <a:pt x="43243" y="6101"/>
                </a:cubicBezTo>
                <a:cubicBezTo>
                  <a:pt x="43252" y="6157"/>
                  <a:pt x="43308" y="6188"/>
                  <a:pt x="43362" y="6188"/>
                </a:cubicBezTo>
                <a:cubicBezTo>
                  <a:pt x="43404" y="6188"/>
                  <a:pt x="43446" y="6169"/>
                  <a:pt x="43465" y="6129"/>
                </a:cubicBezTo>
                <a:cubicBezTo>
                  <a:pt x="43691" y="5642"/>
                  <a:pt x="44324" y="5690"/>
                  <a:pt x="44779" y="5649"/>
                </a:cubicBezTo>
                <a:cubicBezTo>
                  <a:pt x="45229" y="5612"/>
                  <a:pt x="45647" y="5521"/>
                  <a:pt x="45984" y="5203"/>
                </a:cubicBezTo>
                <a:cubicBezTo>
                  <a:pt x="46298" y="4907"/>
                  <a:pt x="46504" y="4514"/>
                  <a:pt x="46733" y="4153"/>
                </a:cubicBezTo>
                <a:cubicBezTo>
                  <a:pt x="46952" y="3808"/>
                  <a:pt x="47213" y="3437"/>
                  <a:pt x="47639" y="3389"/>
                </a:cubicBezTo>
                <a:lnTo>
                  <a:pt x="47639" y="3389"/>
                </a:lnTo>
                <a:cubicBezTo>
                  <a:pt x="48138" y="4753"/>
                  <a:pt x="49536" y="5669"/>
                  <a:pt x="50964" y="5669"/>
                </a:cubicBezTo>
                <a:cubicBezTo>
                  <a:pt x="51267" y="5669"/>
                  <a:pt x="51571" y="5628"/>
                  <a:pt x="51868" y="5541"/>
                </a:cubicBezTo>
                <a:cubicBezTo>
                  <a:pt x="52005" y="5501"/>
                  <a:pt x="51964" y="5301"/>
                  <a:pt x="51840" y="5301"/>
                </a:cubicBezTo>
                <a:cubicBezTo>
                  <a:pt x="51828" y="5301"/>
                  <a:pt x="51816" y="5303"/>
                  <a:pt x="51803" y="5307"/>
                </a:cubicBezTo>
                <a:cubicBezTo>
                  <a:pt x="51528" y="5387"/>
                  <a:pt x="51245" y="5425"/>
                  <a:pt x="50963" y="5425"/>
                </a:cubicBezTo>
                <a:cubicBezTo>
                  <a:pt x="49609" y="5425"/>
                  <a:pt x="48275" y="4544"/>
                  <a:pt x="47841" y="3231"/>
                </a:cubicBezTo>
                <a:cubicBezTo>
                  <a:pt x="47826" y="3180"/>
                  <a:pt x="47778" y="3143"/>
                  <a:pt x="47723" y="3142"/>
                </a:cubicBezTo>
                <a:cubicBezTo>
                  <a:pt x="46737" y="3152"/>
                  <a:pt x="46453" y="4355"/>
                  <a:pt x="45891" y="4954"/>
                </a:cubicBezTo>
                <a:cubicBezTo>
                  <a:pt x="45493" y="5377"/>
                  <a:pt x="44966" y="5390"/>
                  <a:pt x="44423" y="5433"/>
                </a:cubicBezTo>
                <a:cubicBezTo>
                  <a:pt x="44067" y="5463"/>
                  <a:pt x="43685" y="5516"/>
                  <a:pt x="43433" y="5757"/>
                </a:cubicBezTo>
                <a:lnTo>
                  <a:pt x="43433" y="5757"/>
                </a:lnTo>
                <a:cubicBezTo>
                  <a:pt x="43143" y="3878"/>
                  <a:pt x="42853" y="1999"/>
                  <a:pt x="42562" y="121"/>
                </a:cubicBezTo>
                <a:lnTo>
                  <a:pt x="42562" y="121"/>
                </a:lnTo>
                <a:cubicBezTo>
                  <a:pt x="42562" y="121"/>
                  <a:pt x="42562" y="120"/>
                  <a:pt x="42562" y="120"/>
                </a:cubicBezTo>
                <a:lnTo>
                  <a:pt x="42562" y="120"/>
                </a:lnTo>
                <a:lnTo>
                  <a:pt x="42562" y="120"/>
                </a:lnTo>
                <a:lnTo>
                  <a:pt x="42562" y="120"/>
                </a:lnTo>
                <a:cubicBezTo>
                  <a:pt x="42561" y="109"/>
                  <a:pt x="42559" y="98"/>
                  <a:pt x="42557" y="88"/>
                </a:cubicBezTo>
                <a:cubicBezTo>
                  <a:pt x="42548" y="27"/>
                  <a:pt x="42503" y="0"/>
                  <a:pt x="42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3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1"/>
          <p:cNvSpPr/>
          <p:nvPr/>
        </p:nvSpPr>
        <p:spPr>
          <a:xfrm flipH="1">
            <a:off x="-2248105" y="4152893"/>
            <a:ext cx="3549666" cy="3549666"/>
          </a:xfrm>
          <a:custGeom>
            <a:rect b="b" l="l" r="r" t="t"/>
            <a:pathLst>
              <a:path extrusionOk="0" h="22225" w="22225">
                <a:moveTo>
                  <a:pt x="11113" y="1"/>
                </a:moveTo>
                <a:cubicBezTo>
                  <a:pt x="8166" y="1"/>
                  <a:pt x="5339" y="1171"/>
                  <a:pt x="3255" y="3255"/>
                </a:cubicBezTo>
                <a:cubicBezTo>
                  <a:pt x="1171" y="5339"/>
                  <a:pt x="1" y="8166"/>
                  <a:pt x="1" y="11113"/>
                </a:cubicBezTo>
                <a:cubicBezTo>
                  <a:pt x="1" y="14060"/>
                  <a:pt x="1171" y="16885"/>
                  <a:pt x="3255" y="18970"/>
                </a:cubicBezTo>
                <a:cubicBezTo>
                  <a:pt x="5339" y="21053"/>
                  <a:pt x="8166" y="22225"/>
                  <a:pt x="11113" y="22225"/>
                </a:cubicBezTo>
                <a:cubicBezTo>
                  <a:pt x="14060" y="22225"/>
                  <a:pt x="16887" y="21053"/>
                  <a:pt x="18970" y="18970"/>
                </a:cubicBezTo>
                <a:cubicBezTo>
                  <a:pt x="21054" y="16885"/>
                  <a:pt x="22225" y="14060"/>
                  <a:pt x="22225" y="11113"/>
                </a:cubicBezTo>
                <a:cubicBezTo>
                  <a:pt x="22225" y="8166"/>
                  <a:pt x="21054" y="5339"/>
                  <a:pt x="18970" y="3255"/>
                </a:cubicBezTo>
                <a:cubicBezTo>
                  <a:pt x="16887" y="1171"/>
                  <a:pt x="14060" y="1"/>
                  <a:pt x="11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 flipH="1">
            <a:off x="8009067" y="4716060"/>
            <a:ext cx="1649377" cy="1649377"/>
          </a:xfrm>
          <a:custGeom>
            <a:rect b="b" l="l" r="r" t="t"/>
            <a:pathLst>
              <a:path extrusionOk="0" h="10327" w="10327">
                <a:moveTo>
                  <a:pt x="5164" y="1"/>
                </a:moveTo>
                <a:cubicBezTo>
                  <a:pt x="2312" y="1"/>
                  <a:pt x="1" y="2312"/>
                  <a:pt x="1" y="5164"/>
                </a:cubicBezTo>
                <a:cubicBezTo>
                  <a:pt x="1" y="8016"/>
                  <a:pt x="2312" y="10327"/>
                  <a:pt x="5164" y="10327"/>
                </a:cubicBezTo>
                <a:cubicBezTo>
                  <a:pt x="8016" y="10327"/>
                  <a:pt x="10327" y="8016"/>
                  <a:pt x="10327" y="5164"/>
                </a:cubicBezTo>
                <a:cubicBezTo>
                  <a:pt x="10327" y="2312"/>
                  <a:pt x="8016" y="1"/>
                  <a:pt x="51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 flipH="1">
            <a:off x="8303595" y="5147873"/>
            <a:ext cx="1166399" cy="1166558"/>
          </a:xfrm>
          <a:custGeom>
            <a:rect b="b" l="l" r="r" t="t"/>
            <a:pathLst>
              <a:path extrusionOk="0" h="7304" w="7303">
                <a:moveTo>
                  <a:pt x="3652" y="1"/>
                </a:moveTo>
                <a:cubicBezTo>
                  <a:pt x="1635" y="1"/>
                  <a:pt x="0" y="1635"/>
                  <a:pt x="0" y="3652"/>
                </a:cubicBezTo>
                <a:cubicBezTo>
                  <a:pt x="0" y="5669"/>
                  <a:pt x="1635" y="7303"/>
                  <a:pt x="3652" y="7303"/>
                </a:cubicBezTo>
                <a:cubicBezTo>
                  <a:pt x="5668" y="7303"/>
                  <a:pt x="7303" y="5669"/>
                  <a:pt x="7303" y="3652"/>
                </a:cubicBezTo>
                <a:cubicBezTo>
                  <a:pt x="7303" y="1635"/>
                  <a:pt x="5668" y="1"/>
                  <a:pt x="3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1"/>
          <p:cNvSpPr/>
          <p:nvPr/>
        </p:nvSpPr>
        <p:spPr>
          <a:xfrm flipH="1">
            <a:off x="-258197" y="-1098080"/>
            <a:ext cx="1435039" cy="1368119"/>
          </a:xfrm>
          <a:custGeom>
            <a:rect b="b" l="l" r="r" t="t"/>
            <a:pathLst>
              <a:path extrusionOk="0" h="8566" w="8985">
                <a:moveTo>
                  <a:pt x="4702" y="1"/>
                </a:moveTo>
                <a:cubicBezTo>
                  <a:pt x="3606" y="1"/>
                  <a:pt x="2510" y="419"/>
                  <a:pt x="1674" y="1256"/>
                </a:cubicBezTo>
                <a:cubicBezTo>
                  <a:pt x="1" y="2928"/>
                  <a:pt x="1" y="5639"/>
                  <a:pt x="1674" y="7311"/>
                </a:cubicBezTo>
                <a:cubicBezTo>
                  <a:pt x="2477" y="8114"/>
                  <a:pt x="3566" y="8566"/>
                  <a:pt x="4701" y="8566"/>
                </a:cubicBezTo>
                <a:cubicBezTo>
                  <a:pt x="5838" y="8566"/>
                  <a:pt x="6927" y="8114"/>
                  <a:pt x="7730" y="7311"/>
                </a:cubicBezTo>
                <a:cubicBezTo>
                  <a:pt x="8533" y="6508"/>
                  <a:pt x="8984" y="5419"/>
                  <a:pt x="8984" y="4283"/>
                </a:cubicBezTo>
                <a:cubicBezTo>
                  <a:pt x="8984" y="3147"/>
                  <a:pt x="8533" y="2059"/>
                  <a:pt x="7730" y="1256"/>
                </a:cubicBezTo>
                <a:cubicBezTo>
                  <a:pt x="6894" y="419"/>
                  <a:pt x="5798" y="1"/>
                  <a:pt x="47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 flipH="1">
            <a:off x="525529" y="-195863"/>
            <a:ext cx="465889" cy="465889"/>
          </a:xfrm>
          <a:custGeom>
            <a:rect b="b" l="l" r="r" t="t"/>
            <a:pathLst>
              <a:path extrusionOk="0" h="2917" w="2917">
                <a:moveTo>
                  <a:pt x="1457" y="0"/>
                </a:moveTo>
                <a:cubicBezTo>
                  <a:pt x="652" y="0"/>
                  <a:pt x="0" y="653"/>
                  <a:pt x="0" y="1458"/>
                </a:cubicBezTo>
                <a:cubicBezTo>
                  <a:pt x="0" y="2263"/>
                  <a:pt x="652" y="2916"/>
                  <a:pt x="1457" y="2916"/>
                </a:cubicBezTo>
                <a:cubicBezTo>
                  <a:pt x="2263" y="2916"/>
                  <a:pt x="2916" y="2263"/>
                  <a:pt x="2916" y="1458"/>
                </a:cubicBezTo>
                <a:cubicBezTo>
                  <a:pt x="2916" y="653"/>
                  <a:pt x="2263" y="0"/>
                  <a:pt x="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 flipH="1">
            <a:off x="8372512" y="-132989"/>
            <a:ext cx="454549" cy="413502"/>
          </a:xfrm>
          <a:custGeom>
            <a:rect b="b" l="l" r="r" t="t"/>
            <a:pathLst>
              <a:path extrusionOk="0" h="2589" w="2846">
                <a:moveTo>
                  <a:pt x="1422" y="1"/>
                </a:moveTo>
                <a:cubicBezTo>
                  <a:pt x="835" y="1"/>
                  <a:pt x="304" y="402"/>
                  <a:pt x="163" y="998"/>
                </a:cubicBezTo>
                <a:cubicBezTo>
                  <a:pt x="0" y="1694"/>
                  <a:pt x="431" y="2389"/>
                  <a:pt x="1125" y="2554"/>
                </a:cubicBezTo>
                <a:cubicBezTo>
                  <a:pt x="1225" y="2577"/>
                  <a:pt x="1326" y="2589"/>
                  <a:pt x="1424" y="2589"/>
                </a:cubicBezTo>
                <a:cubicBezTo>
                  <a:pt x="2011" y="2589"/>
                  <a:pt x="2542" y="2187"/>
                  <a:pt x="2681" y="1593"/>
                </a:cubicBezTo>
                <a:cubicBezTo>
                  <a:pt x="2845" y="897"/>
                  <a:pt x="2415" y="200"/>
                  <a:pt x="1720" y="36"/>
                </a:cubicBezTo>
                <a:cubicBezTo>
                  <a:pt x="1620" y="12"/>
                  <a:pt x="1520" y="1"/>
                  <a:pt x="14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 flipH="1">
            <a:off x="-118919" y="4040307"/>
            <a:ext cx="295792" cy="268960"/>
          </a:xfrm>
          <a:custGeom>
            <a:rect b="b" l="l" r="r" t="t"/>
            <a:pathLst>
              <a:path extrusionOk="0" h="1684" w="1852">
                <a:moveTo>
                  <a:pt x="925" y="1"/>
                </a:moveTo>
                <a:cubicBezTo>
                  <a:pt x="544" y="1"/>
                  <a:pt x="199" y="261"/>
                  <a:pt x="107" y="649"/>
                </a:cubicBezTo>
                <a:cubicBezTo>
                  <a:pt x="1" y="1101"/>
                  <a:pt x="280" y="1554"/>
                  <a:pt x="732" y="1660"/>
                </a:cubicBezTo>
                <a:cubicBezTo>
                  <a:pt x="798" y="1676"/>
                  <a:pt x="863" y="1683"/>
                  <a:pt x="927" y="1683"/>
                </a:cubicBezTo>
                <a:cubicBezTo>
                  <a:pt x="1307" y="1683"/>
                  <a:pt x="1653" y="1422"/>
                  <a:pt x="1744" y="1035"/>
                </a:cubicBezTo>
                <a:cubicBezTo>
                  <a:pt x="1851" y="583"/>
                  <a:pt x="1570" y="131"/>
                  <a:pt x="1118" y="23"/>
                </a:cubicBezTo>
                <a:cubicBezTo>
                  <a:pt x="1053" y="8"/>
                  <a:pt x="989" y="1"/>
                  <a:pt x="9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/>
          <p:nvPr/>
        </p:nvSpPr>
        <p:spPr>
          <a:xfrm flipH="1">
            <a:off x="306711" y="4285233"/>
            <a:ext cx="305215" cy="268960"/>
          </a:xfrm>
          <a:custGeom>
            <a:rect b="b" l="l" r="r" t="t"/>
            <a:pathLst>
              <a:path extrusionOk="0" h="1684" w="1911">
                <a:moveTo>
                  <a:pt x="956" y="1"/>
                </a:moveTo>
                <a:cubicBezTo>
                  <a:pt x="848" y="1"/>
                  <a:pt x="739" y="22"/>
                  <a:pt x="634" y="66"/>
                </a:cubicBezTo>
                <a:cubicBezTo>
                  <a:pt x="204" y="243"/>
                  <a:pt x="0" y="734"/>
                  <a:pt x="179" y="1163"/>
                </a:cubicBezTo>
                <a:cubicBezTo>
                  <a:pt x="312" y="1487"/>
                  <a:pt x="625" y="1683"/>
                  <a:pt x="956" y="1683"/>
                </a:cubicBezTo>
                <a:cubicBezTo>
                  <a:pt x="1063" y="1683"/>
                  <a:pt x="1172" y="1662"/>
                  <a:pt x="1278" y="1619"/>
                </a:cubicBezTo>
                <a:cubicBezTo>
                  <a:pt x="1706" y="1441"/>
                  <a:pt x="1910" y="949"/>
                  <a:pt x="1733" y="521"/>
                </a:cubicBezTo>
                <a:cubicBezTo>
                  <a:pt x="1598" y="197"/>
                  <a:pt x="1285" y="1"/>
                  <a:pt x="9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1"/>
          <p:cNvSpPr/>
          <p:nvPr/>
        </p:nvSpPr>
        <p:spPr>
          <a:xfrm flipH="1">
            <a:off x="8273796" y="395982"/>
            <a:ext cx="193894" cy="176645"/>
          </a:xfrm>
          <a:custGeom>
            <a:rect b="b" l="l" r="r" t="t"/>
            <a:pathLst>
              <a:path extrusionOk="0" h="1106" w="1214">
                <a:moveTo>
                  <a:pt x="607" y="0"/>
                </a:moveTo>
                <a:cubicBezTo>
                  <a:pt x="465" y="0"/>
                  <a:pt x="324" y="54"/>
                  <a:pt x="216" y="162"/>
                </a:cubicBezTo>
                <a:cubicBezTo>
                  <a:pt x="0" y="377"/>
                  <a:pt x="0" y="727"/>
                  <a:pt x="216" y="943"/>
                </a:cubicBezTo>
                <a:cubicBezTo>
                  <a:pt x="324" y="1051"/>
                  <a:pt x="465" y="1105"/>
                  <a:pt x="607" y="1105"/>
                </a:cubicBezTo>
                <a:cubicBezTo>
                  <a:pt x="748" y="1105"/>
                  <a:pt x="889" y="1051"/>
                  <a:pt x="997" y="943"/>
                </a:cubicBezTo>
                <a:cubicBezTo>
                  <a:pt x="1213" y="727"/>
                  <a:pt x="1213" y="377"/>
                  <a:pt x="997" y="162"/>
                </a:cubicBezTo>
                <a:cubicBezTo>
                  <a:pt x="889" y="54"/>
                  <a:pt x="748" y="0"/>
                  <a:pt x="6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 flipH="1">
            <a:off x="8885669" y="416641"/>
            <a:ext cx="324860" cy="324860"/>
          </a:xfrm>
          <a:custGeom>
            <a:rect b="b" l="l" r="r" t="t"/>
            <a:pathLst>
              <a:path extrusionOk="0" h="2034" w="2034">
                <a:moveTo>
                  <a:pt x="1017" y="1"/>
                </a:moveTo>
                <a:cubicBezTo>
                  <a:pt x="456" y="1"/>
                  <a:pt x="1" y="456"/>
                  <a:pt x="1" y="1017"/>
                </a:cubicBezTo>
                <a:cubicBezTo>
                  <a:pt x="1" y="1579"/>
                  <a:pt x="456" y="2034"/>
                  <a:pt x="1017" y="2034"/>
                </a:cubicBezTo>
                <a:cubicBezTo>
                  <a:pt x="1579" y="2034"/>
                  <a:pt x="2034" y="1579"/>
                  <a:pt x="2034" y="1017"/>
                </a:cubicBezTo>
                <a:cubicBezTo>
                  <a:pt x="2034" y="456"/>
                  <a:pt x="1579" y="1"/>
                  <a:pt x="10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 flipH="1">
            <a:off x="-358914" y="-85348"/>
            <a:ext cx="588869" cy="588709"/>
          </a:xfrm>
          <a:custGeom>
            <a:rect b="b" l="l" r="r" t="t"/>
            <a:pathLst>
              <a:path extrusionOk="0" h="3686" w="3687">
                <a:moveTo>
                  <a:pt x="1844" y="0"/>
                </a:moveTo>
                <a:cubicBezTo>
                  <a:pt x="826" y="0"/>
                  <a:pt x="1" y="825"/>
                  <a:pt x="1" y="1843"/>
                </a:cubicBezTo>
                <a:cubicBezTo>
                  <a:pt x="1" y="2861"/>
                  <a:pt x="826" y="3686"/>
                  <a:pt x="1844" y="3686"/>
                </a:cubicBezTo>
                <a:cubicBezTo>
                  <a:pt x="2861" y="3686"/>
                  <a:pt x="3686" y="2861"/>
                  <a:pt x="3686" y="1843"/>
                </a:cubicBezTo>
                <a:cubicBezTo>
                  <a:pt x="3686" y="825"/>
                  <a:pt x="2861" y="0"/>
                  <a:pt x="18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1"/>
          <p:cNvSpPr/>
          <p:nvPr/>
        </p:nvSpPr>
        <p:spPr>
          <a:xfrm flipH="1">
            <a:off x="376189" y="503371"/>
            <a:ext cx="166263" cy="151410"/>
          </a:xfrm>
          <a:custGeom>
            <a:rect b="b" l="l" r="r" t="t"/>
            <a:pathLst>
              <a:path extrusionOk="0" h="948" w="1041">
                <a:moveTo>
                  <a:pt x="521" y="0"/>
                </a:moveTo>
                <a:cubicBezTo>
                  <a:pt x="399" y="0"/>
                  <a:pt x="278" y="47"/>
                  <a:pt x="186" y="139"/>
                </a:cubicBezTo>
                <a:cubicBezTo>
                  <a:pt x="1" y="324"/>
                  <a:pt x="1" y="624"/>
                  <a:pt x="186" y="809"/>
                </a:cubicBezTo>
                <a:cubicBezTo>
                  <a:pt x="278" y="901"/>
                  <a:pt x="399" y="948"/>
                  <a:pt x="521" y="948"/>
                </a:cubicBezTo>
                <a:cubicBezTo>
                  <a:pt x="642" y="948"/>
                  <a:pt x="763" y="901"/>
                  <a:pt x="856" y="809"/>
                </a:cubicBezTo>
                <a:cubicBezTo>
                  <a:pt x="1041" y="624"/>
                  <a:pt x="1041" y="324"/>
                  <a:pt x="856" y="139"/>
                </a:cubicBezTo>
                <a:cubicBezTo>
                  <a:pt x="763" y="47"/>
                  <a:pt x="642" y="0"/>
                  <a:pt x="5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 flipH="1">
            <a:off x="8031695" y="4596855"/>
            <a:ext cx="179839" cy="151570"/>
          </a:xfrm>
          <a:custGeom>
            <a:rect b="b" l="l" r="r" t="t"/>
            <a:pathLst>
              <a:path extrusionOk="0" h="949" w="1126">
                <a:moveTo>
                  <a:pt x="598" y="0"/>
                </a:moveTo>
                <a:cubicBezTo>
                  <a:pt x="246" y="0"/>
                  <a:pt x="0" y="397"/>
                  <a:pt x="200" y="723"/>
                </a:cubicBezTo>
                <a:cubicBezTo>
                  <a:pt x="286" y="864"/>
                  <a:pt x="439" y="949"/>
                  <a:pt x="602" y="949"/>
                </a:cubicBezTo>
                <a:cubicBezTo>
                  <a:pt x="627" y="949"/>
                  <a:pt x="653" y="947"/>
                  <a:pt x="678" y="943"/>
                </a:cubicBezTo>
                <a:cubicBezTo>
                  <a:pt x="867" y="913"/>
                  <a:pt x="1020" y="772"/>
                  <a:pt x="1065" y="586"/>
                </a:cubicBezTo>
                <a:cubicBezTo>
                  <a:pt x="1126" y="331"/>
                  <a:pt x="969" y="75"/>
                  <a:pt x="715" y="14"/>
                </a:cubicBezTo>
                <a:cubicBezTo>
                  <a:pt x="675" y="5"/>
                  <a:pt x="636" y="0"/>
                  <a:pt x="5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 flipH="1">
            <a:off x="8743755" y="4040320"/>
            <a:ext cx="179999" cy="151889"/>
          </a:xfrm>
          <a:custGeom>
            <a:rect b="b" l="l" r="r" t="t"/>
            <a:pathLst>
              <a:path extrusionOk="0" h="951" w="1127">
                <a:moveTo>
                  <a:pt x="600" y="1"/>
                </a:moveTo>
                <a:cubicBezTo>
                  <a:pt x="247" y="1"/>
                  <a:pt x="0" y="398"/>
                  <a:pt x="201" y="723"/>
                </a:cubicBezTo>
                <a:cubicBezTo>
                  <a:pt x="288" y="866"/>
                  <a:pt x="442" y="950"/>
                  <a:pt x="605" y="950"/>
                </a:cubicBezTo>
                <a:cubicBezTo>
                  <a:pt x="630" y="950"/>
                  <a:pt x="654" y="948"/>
                  <a:pt x="679" y="944"/>
                </a:cubicBezTo>
                <a:cubicBezTo>
                  <a:pt x="869" y="915"/>
                  <a:pt x="1022" y="772"/>
                  <a:pt x="1066" y="586"/>
                </a:cubicBezTo>
                <a:cubicBezTo>
                  <a:pt x="1126" y="331"/>
                  <a:pt x="970" y="75"/>
                  <a:pt x="715" y="14"/>
                </a:cubicBezTo>
                <a:cubicBezTo>
                  <a:pt x="676" y="5"/>
                  <a:pt x="638" y="1"/>
                  <a:pt x="60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 flipH="1">
            <a:off x="8536453" y="4646987"/>
            <a:ext cx="207310" cy="191658"/>
          </a:xfrm>
          <a:custGeom>
            <a:rect b="b" l="l" r="r" t="t"/>
            <a:pathLst>
              <a:path extrusionOk="0" h="1200" w="1298">
                <a:moveTo>
                  <a:pt x="639" y="1"/>
                </a:moveTo>
                <a:cubicBezTo>
                  <a:pt x="449" y="1"/>
                  <a:pt x="267" y="90"/>
                  <a:pt x="153" y="248"/>
                </a:cubicBezTo>
                <a:cubicBezTo>
                  <a:pt x="11" y="444"/>
                  <a:pt x="0" y="707"/>
                  <a:pt x="127" y="913"/>
                </a:cubicBezTo>
                <a:cubicBezTo>
                  <a:pt x="237" y="1093"/>
                  <a:pt x="432" y="1200"/>
                  <a:pt x="639" y="1200"/>
                </a:cubicBezTo>
                <a:cubicBezTo>
                  <a:pt x="670" y="1200"/>
                  <a:pt x="701" y="1197"/>
                  <a:pt x="732" y="1192"/>
                </a:cubicBezTo>
                <a:cubicBezTo>
                  <a:pt x="971" y="1154"/>
                  <a:pt x="1164" y="975"/>
                  <a:pt x="1221" y="740"/>
                </a:cubicBezTo>
                <a:cubicBezTo>
                  <a:pt x="1297" y="418"/>
                  <a:pt x="1099" y="95"/>
                  <a:pt x="777" y="17"/>
                </a:cubicBezTo>
                <a:cubicBezTo>
                  <a:pt x="731" y="6"/>
                  <a:pt x="685" y="1"/>
                  <a:pt x="6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1"/>
          <p:cNvSpPr/>
          <p:nvPr/>
        </p:nvSpPr>
        <p:spPr>
          <a:xfrm flipH="1">
            <a:off x="770933" y="4748412"/>
            <a:ext cx="494957" cy="449917"/>
          </a:xfrm>
          <a:custGeom>
            <a:rect b="b" l="l" r="r" t="t"/>
            <a:pathLst>
              <a:path extrusionOk="0" h="2817" w="3099">
                <a:moveTo>
                  <a:pt x="1548" y="0"/>
                </a:moveTo>
                <a:cubicBezTo>
                  <a:pt x="910" y="0"/>
                  <a:pt x="332" y="437"/>
                  <a:pt x="179" y="1086"/>
                </a:cubicBezTo>
                <a:cubicBezTo>
                  <a:pt x="1" y="1842"/>
                  <a:pt x="469" y="2600"/>
                  <a:pt x="1226" y="2778"/>
                </a:cubicBezTo>
                <a:cubicBezTo>
                  <a:pt x="1335" y="2804"/>
                  <a:pt x="1444" y="2817"/>
                  <a:pt x="1552" y="2817"/>
                </a:cubicBezTo>
                <a:cubicBezTo>
                  <a:pt x="2190" y="2817"/>
                  <a:pt x="2767" y="2379"/>
                  <a:pt x="2920" y="1732"/>
                </a:cubicBezTo>
                <a:cubicBezTo>
                  <a:pt x="3098" y="976"/>
                  <a:pt x="2630" y="217"/>
                  <a:pt x="1873" y="38"/>
                </a:cubicBezTo>
                <a:cubicBezTo>
                  <a:pt x="1765" y="12"/>
                  <a:pt x="1656" y="0"/>
                  <a:pt x="1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1"/>
          <p:cNvSpPr/>
          <p:nvPr/>
        </p:nvSpPr>
        <p:spPr>
          <a:xfrm flipH="1">
            <a:off x="-312041" y="741505"/>
            <a:ext cx="495117" cy="449917"/>
          </a:xfrm>
          <a:custGeom>
            <a:rect b="b" l="l" r="r" t="t"/>
            <a:pathLst>
              <a:path extrusionOk="0" h="2817" w="3100">
                <a:moveTo>
                  <a:pt x="1549" y="0"/>
                </a:moveTo>
                <a:cubicBezTo>
                  <a:pt x="910" y="0"/>
                  <a:pt x="332" y="437"/>
                  <a:pt x="179" y="1085"/>
                </a:cubicBezTo>
                <a:cubicBezTo>
                  <a:pt x="1" y="1842"/>
                  <a:pt x="470" y="2600"/>
                  <a:pt x="1227" y="2778"/>
                </a:cubicBezTo>
                <a:cubicBezTo>
                  <a:pt x="1335" y="2804"/>
                  <a:pt x="1444" y="2816"/>
                  <a:pt x="1551" y="2816"/>
                </a:cubicBezTo>
                <a:cubicBezTo>
                  <a:pt x="2189" y="2816"/>
                  <a:pt x="2766" y="2380"/>
                  <a:pt x="2919" y="1732"/>
                </a:cubicBezTo>
                <a:cubicBezTo>
                  <a:pt x="3099" y="974"/>
                  <a:pt x="2630" y="216"/>
                  <a:pt x="1873" y="38"/>
                </a:cubicBezTo>
                <a:cubicBezTo>
                  <a:pt x="1764" y="12"/>
                  <a:pt x="1656" y="0"/>
                  <a:pt x="15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1"/>
          <p:cNvSpPr/>
          <p:nvPr/>
        </p:nvSpPr>
        <p:spPr>
          <a:xfrm rot="-1799986">
            <a:off x="7160187" y="-237909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1"/>
          <p:cNvSpPr/>
          <p:nvPr/>
        </p:nvSpPr>
        <p:spPr>
          <a:xfrm rot="-1799986">
            <a:off x="-1831413" y="23311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1"/>
          <p:cNvSpPr/>
          <p:nvPr/>
        </p:nvSpPr>
        <p:spPr>
          <a:xfrm rot="-1799986">
            <a:off x="6069412" y="342851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1"/>
          <p:cNvSpPr/>
          <p:nvPr/>
        </p:nvSpPr>
        <p:spPr>
          <a:xfrm flipH="1" rot="1799986">
            <a:off x="-2204888" y="3993366"/>
            <a:ext cx="6269639" cy="691908"/>
          </a:xfrm>
          <a:custGeom>
            <a:rect b="b" l="l" r="r" t="t"/>
            <a:pathLst>
              <a:path extrusionOk="0" h="5751" w="52112">
                <a:moveTo>
                  <a:pt x="3269" y="1"/>
                </a:moveTo>
                <a:cubicBezTo>
                  <a:pt x="3210" y="1"/>
                  <a:pt x="3153" y="39"/>
                  <a:pt x="3155" y="117"/>
                </a:cubicBezTo>
                <a:cubicBezTo>
                  <a:pt x="3155" y="117"/>
                  <a:pt x="3155" y="117"/>
                  <a:pt x="3155" y="117"/>
                </a:cubicBezTo>
                <a:lnTo>
                  <a:pt x="3155" y="117"/>
                </a:lnTo>
                <a:cubicBezTo>
                  <a:pt x="3197" y="1798"/>
                  <a:pt x="2863" y="3465"/>
                  <a:pt x="2180" y="5000"/>
                </a:cubicBezTo>
                <a:lnTo>
                  <a:pt x="2180" y="5000"/>
                </a:lnTo>
                <a:cubicBezTo>
                  <a:pt x="1725" y="4827"/>
                  <a:pt x="1251" y="4743"/>
                  <a:pt x="770" y="4743"/>
                </a:cubicBezTo>
                <a:cubicBezTo>
                  <a:pt x="563" y="4743"/>
                  <a:pt x="355" y="4758"/>
                  <a:pt x="147" y="4790"/>
                </a:cubicBezTo>
                <a:cubicBezTo>
                  <a:pt x="1" y="4812"/>
                  <a:pt x="53" y="5025"/>
                  <a:pt x="191" y="5025"/>
                </a:cubicBezTo>
                <a:cubicBezTo>
                  <a:pt x="198" y="5025"/>
                  <a:pt x="205" y="5025"/>
                  <a:pt x="212" y="5024"/>
                </a:cubicBezTo>
                <a:cubicBezTo>
                  <a:pt x="396" y="4996"/>
                  <a:pt x="581" y="4982"/>
                  <a:pt x="765" y="4982"/>
                </a:cubicBezTo>
                <a:cubicBezTo>
                  <a:pt x="1259" y="4982"/>
                  <a:pt x="1747" y="5081"/>
                  <a:pt x="2212" y="5271"/>
                </a:cubicBezTo>
                <a:cubicBezTo>
                  <a:pt x="2222" y="5275"/>
                  <a:pt x="2232" y="5277"/>
                  <a:pt x="2243" y="5277"/>
                </a:cubicBezTo>
                <a:cubicBezTo>
                  <a:pt x="2285" y="5277"/>
                  <a:pt x="2333" y="5251"/>
                  <a:pt x="2348" y="5215"/>
                </a:cubicBezTo>
                <a:cubicBezTo>
                  <a:pt x="2835" y="4153"/>
                  <a:pt x="3157" y="3027"/>
                  <a:pt x="3306" y="1875"/>
                </a:cubicBezTo>
                <a:lnTo>
                  <a:pt x="3306" y="1875"/>
                </a:lnTo>
                <a:cubicBezTo>
                  <a:pt x="3419" y="3129"/>
                  <a:pt x="3546" y="4382"/>
                  <a:pt x="3686" y="5634"/>
                </a:cubicBezTo>
                <a:cubicBezTo>
                  <a:pt x="3695" y="5712"/>
                  <a:pt x="3752" y="5751"/>
                  <a:pt x="3808" y="5751"/>
                </a:cubicBezTo>
                <a:cubicBezTo>
                  <a:pt x="3865" y="5751"/>
                  <a:pt x="3921" y="5712"/>
                  <a:pt x="3928" y="5634"/>
                </a:cubicBezTo>
                <a:lnTo>
                  <a:pt x="3930" y="5634"/>
                </a:lnTo>
                <a:cubicBezTo>
                  <a:pt x="3929" y="5632"/>
                  <a:pt x="3929" y="5630"/>
                  <a:pt x="3929" y="5628"/>
                </a:cubicBezTo>
                <a:lnTo>
                  <a:pt x="3929" y="5628"/>
                </a:lnTo>
                <a:cubicBezTo>
                  <a:pt x="3977" y="5225"/>
                  <a:pt x="4433" y="5080"/>
                  <a:pt x="4766" y="4984"/>
                </a:cubicBezTo>
                <a:cubicBezTo>
                  <a:pt x="5141" y="4875"/>
                  <a:pt x="5514" y="4799"/>
                  <a:pt x="5864" y="4620"/>
                </a:cubicBezTo>
                <a:cubicBezTo>
                  <a:pt x="6547" y="4272"/>
                  <a:pt x="7079" y="3685"/>
                  <a:pt x="7375" y="2982"/>
                </a:cubicBezTo>
                <a:lnTo>
                  <a:pt x="7375" y="2982"/>
                </a:lnTo>
                <a:cubicBezTo>
                  <a:pt x="7832" y="3089"/>
                  <a:pt x="7959" y="3793"/>
                  <a:pt x="8128" y="4157"/>
                </a:cubicBezTo>
                <a:cubicBezTo>
                  <a:pt x="8329" y="4591"/>
                  <a:pt x="8679" y="4920"/>
                  <a:pt x="9107" y="5127"/>
                </a:cubicBezTo>
                <a:cubicBezTo>
                  <a:pt x="9798" y="5460"/>
                  <a:pt x="10572" y="5521"/>
                  <a:pt x="11338" y="5521"/>
                </a:cubicBezTo>
                <a:cubicBezTo>
                  <a:pt x="11671" y="5521"/>
                  <a:pt x="12003" y="5509"/>
                  <a:pt x="12326" y="5503"/>
                </a:cubicBezTo>
                <a:lnTo>
                  <a:pt x="16958" y="5417"/>
                </a:lnTo>
                <a:lnTo>
                  <a:pt x="19326" y="5373"/>
                </a:lnTo>
                <a:cubicBezTo>
                  <a:pt x="19697" y="5365"/>
                  <a:pt x="20073" y="5375"/>
                  <a:pt x="20444" y="5350"/>
                </a:cubicBezTo>
                <a:cubicBezTo>
                  <a:pt x="20703" y="5333"/>
                  <a:pt x="20901" y="5232"/>
                  <a:pt x="21008" y="4988"/>
                </a:cubicBezTo>
                <a:cubicBezTo>
                  <a:pt x="21126" y="4724"/>
                  <a:pt x="21118" y="4402"/>
                  <a:pt x="21143" y="4120"/>
                </a:cubicBezTo>
                <a:lnTo>
                  <a:pt x="21262" y="2799"/>
                </a:lnTo>
                <a:lnTo>
                  <a:pt x="21404" y="1224"/>
                </a:lnTo>
                <a:lnTo>
                  <a:pt x="21957" y="5260"/>
                </a:lnTo>
                <a:cubicBezTo>
                  <a:pt x="21967" y="5321"/>
                  <a:pt x="22030" y="5346"/>
                  <a:pt x="22085" y="5346"/>
                </a:cubicBezTo>
                <a:cubicBezTo>
                  <a:pt x="22092" y="5346"/>
                  <a:pt x="22100" y="5345"/>
                  <a:pt x="22107" y="5344"/>
                </a:cubicBezTo>
                <a:cubicBezTo>
                  <a:pt x="23314" y="5179"/>
                  <a:pt x="24434" y="4624"/>
                  <a:pt x="25298" y="3767"/>
                </a:cubicBezTo>
                <a:cubicBezTo>
                  <a:pt x="25431" y="3635"/>
                  <a:pt x="25546" y="3487"/>
                  <a:pt x="25673" y="3352"/>
                </a:cubicBezTo>
                <a:cubicBezTo>
                  <a:pt x="25764" y="3255"/>
                  <a:pt x="25849" y="3205"/>
                  <a:pt x="25929" y="3205"/>
                </a:cubicBezTo>
                <a:cubicBezTo>
                  <a:pt x="26016" y="3205"/>
                  <a:pt x="26097" y="3264"/>
                  <a:pt x="26174" y="3388"/>
                </a:cubicBezTo>
                <a:cubicBezTo>
                  <a:pt x="26344" y="3659"/>
                  <a:pt x="26388" y="3989"/>
                  <a:pt x="26546" y="4267"/>
                </a:cubicBezTo>
                <a:cubicBezTo>
                  <a:pt x="26694" y="4525"/>
                  <a:pt x="26918" y="4730"/>
                  <a:pt x="27173" y="4879"/>
                </a:cubicBezTo>
                <a:cubicBezTo>
                  <a:pt x="27739" y="5213"/>
                  <a:pt x="28432" y="5297"/>
                  <a:pt x="29076" y="5324"/>
                </a:cubicBezTo>
                <a:cubicBezTo>
                  <a:pt x="29535" y="5343"/>
                  <a:pt x="29995" y="5347"/>
                  <a:pt x="30454" y="5347"/>
                </a:cubicBezTo>
                <a:cubicBezTo>
                  <a:pt x="30863" y="5347"/>
                  <a:pt x="31272" y="5344"/>
                  <a:pt x="31681" y="5344"/>
                </a:cubicBezTo>
                <a:cubicBezTo>
                  <a:pt x="31782" y="5344"/>
                  <a:pt x="31883" y="5344"/>
                  <a:pt x="31983" y="5344"/>
                </a:cubicBezTo>
                <a:lnTo>
                  <a:pt x="35123" y="5361"/>
                </a:lnTo>
                <a:cubicBezTo>
                  <a:pt x="36909" y="5370"/>
                  <a:pt x="38696" y="5396"/>
                  <a:pt x="40482" y="5396"/>
                </a:cubicBezTo>
                <a:cubicBezTo>
                  <a:pt x="40783" y="5396"/>
                  <a:pt x="41085" y="5395"/>
                  <a:pt x="41386" y="5394"/>
                </a:cubicBezTo>
                <a:cubicBezTo>
                  <a:pt x="41731" y="5391"/>
                  <a:pt x="42128" y="5353"/>
                  <a:pt x="42339" y="5041"/>
                </a:cubicBezTo>
                <a:cubicBezTo>
                  <a:pt x="42449" y="4879"/>
                  <a:pt x="42479" y="4684"/>
                  <a:pt x="42504" y="4494"/>
                </a:cubicBezTo>
                <a:cubicBezTo>
                  <a:pt x="42543" y="4208"/>
                  <a:pt x="42577" y="3921"/>
                  <a:pt x="42605" y="3634"/>
                </a:cubicBezTo>
                <a:cubicBezTo>
                  <a:pt x="42612" y="3568"/>
                  <a:pt x="42618" y="3502"/>
                  <a:pt x="42624" y="3436"/>
                </a:cubicBezTo>
                <a:lnTo>
                  <a:pt x="42624" y="3436"/>
                </a:lnTo>
                <a:cubicBezTo>
                  <a:pt x="42698" y="4175"/>
                  <a:pt x="42799" y="4912"/>
                  <a:pt x="42927" y="5644"/>
                </a:cubicBezTo>
                <a:cubicBezTo>
                  <a:pt x="42938" y="5704"/>
                  <a:pt x="42987" y="5731"/>
                  <a:pt x="43038" y="5731"/>
                </a:cubicBezTo>
                <a:cubicBezTo>
                  <a:pt x="43091" y="5731"/>
                  <a:pt x="43147" y="5701"/>
                  <a:pt x="43161" y="5644"/>
                </a:cubicBezTo>
                <a:cubicBezTo>
                  <a:pt x="43381" y="4804"/>
                  <a:pt x="44645" y="5119"/>
                  <a:pt x="45251" y="4852"/>
                </a:cubicBezTo>
                <a:cubicBezTo>
                  <a:pt x="45816" y="4602"/>
                  <a:pt x="46074" y="4009"/>
                  <a:pt x="46390" y="3520"/>
                </a:cubicBezTo>
                <a:cubicBezTo>
                  <a:pt x="46497" y="3355"/>
                  <a:pt x="46788" y="2903"/>
                  <a:pt x="47041" y="2903"/>
                </a:cubicBezTo>
                <a:cubicBezTo>
                  <a:pt x="47066" y="2903"/>
                  <a:pt x="47091" y="2907"/>
                  <a:pt x="47116" y="2917"/>
                </a:cubicBezTo>
                <a:cubicBezTo>
                  <a:pt x="47407" y="3036"/>
                  <a:pt x="47468" y="3581"/>
                  <a:pt x="47557" y="3838"/>
                </a:cubicBezTo>
                <a:cubicBezTo>
                  <a:pt x="47783" y="4499"/>
                  <a:pt x="48335" y="4969"/>
                  <a:pt x="48973" y="5223"/>
                </a:cubicBezTo>
                <a:cubicBezTo>
                  <a:pt x="49426" y="5405"/>
                  <a:pt x="49902" y="5466"/>
                  <a:pt x="50383" y="5466"/>
                </a:cubicBezTo>
                <a:cubicBezTo>
                  <a:pt x="50912" y="5466"/>
                  <a:pt x="51447" y="5392"/>
                  <a:pt x="51964" y="5320"/>
                </a:cubicBezTo>
                <a:cubicBezTo>
                  <a:pt x="52111" y="5300"/>
                  <a:pt x="52058" y="5084"/>
                  <a:pt x="51918" y="5084"/>
                </a:cubicBezTo>
                <a:cubicBezTo>
                  <a:pt x="51912" y="5084"/>
                  <a:pt x="51906" y="5085"/>
                  <a:pt x="51899" y="5086"/>
                </a:cubicBezTo>
                <a:cubicBezTo>
                  <a:pt x="51409" y="5154"/>
                  <a:pt x="50894" y="5226"/>
                  <a:pt x="50386" y="5226"/>
                </a:cubicBezTo>
                <a:cubicBezTo>
                  <a:pt x="49883" y="5226"/>
                  <a:pt x="49386" y="5155"/>
                  <a:pt x="48925" y="4941"/>
                </a:cubicBezTo>
                <a:cubicBezTo>
                  <a:pt x="48534" y="4759"/>
                  <a:pt x="48175" y="4484"/>
                  <a:pt x="47949" y="4113"/>
                </a:cubicBezTo>
                <a:cubicBezTo>
                  <a:pt x="47761" y="3804"/>
                  <a:pt x="47718" y="3443"/>
                  <a:pt x="47571" y="3119"/>
                </a:cubicBezTo>
                <a:cubicBezTo>
                  <a:pt x="47485" y="2930"/>
                  <a:pt x="47289" y="2636"/>
                  <a:pt x="47047" y="2636"/>
                </a:cubicBezTo>
                <a:cubicBezTo>
                  <a:pt x="47034" y="2636"/>
                  <a:pt x="47020" y="2637"/>
                  <a:pt x="47006" y="2639"/>
                </a:cubicBezTo>
                <a:cubicBezTo>
                  <a:pt x="46751" y="2675"/>
                  <a:pt x="46495" y="2970"/>
                  <a:pt x="46349" y="3159"/>
                </a:cubicBezTo>
                <a:cubicBezTo>
                  <a:pt x="45947" y="3679"/>
                  <a:pt x="45719" y="4446"/>
                  <a:pt x="45040" y="4673"/>
                </a:cubicBezTo>
                <a:cubicBezTo>
                  <a:pt x="44452" y="4869"/>
                  <a:pt x="43522" y="4702"/>
                  <a:pt x="43101" y="5225"/>
                </a:cubicBezTo>
                <a:lnTo>
                  <a:pt x="43101" y="5225"/>
                </a:lnTo>
                <a:cubicBezTo>
                  <a:pt x="42895" y="3953"/>
                  <a:pt x="42772" y="2670"/>
                  <a:pt x="42733" y="1382"/>
                </a:cubicBezTo>
                <a:lnTo>
                  <a:pt x="42733" y="1382"/>
                </a:lnTo>
                <a:cubicBezTo>
                  <a:pt x="42739" y="973"/>
                  <a:pt x="42735" y="564"/>
                  <a:pt x="42721" y="155"/>
                </a:cubicBezTo>
                <a:lnTo>
                  <a:pt x="42721" y="155"/>
                </a:lnTo>
                <a:cubicBezTo>
                  <a:pt x="42721" y="146"/>
                  <a:pt x="42722" y="137"/>
                  <a:pt x="42722" y="128"/>
                </a:cubicBezTo>
                <a:lnTo>
                  <a:pt x="42720" y="128"/>
                </a:lnTo>
                <a:cubicBezTo>
                  <a:pt x="42720" y="127"/>
                  <a:pt x="42720" y="127"/>
                  <a:pt x="42720" y="127"/>
                </a:cubicBezTo>
                <a:cubicBezTo>
                  <a:pt x="42718" y="48"/>
                  <a:pt x="42658" y="9"/>
                  <a:pt x="42598" y="9"/>
                </a:cubicBezTo>
                <a:cubicBezTo>
                  <a:pt x="42538" y="9"/>
                  <a:pt x="42479" y="48"/>
                  <a:pt x="42479" y="127"/>
                </a:cubicBezTo>
                <a:cubicBezTo>
                  <a:pt x="42474" y="547"/>
                  <a:pt x="42478" y="968"/>
                  <a:pt x="42491" y="1388"/>
                </a:cubicBezTo>
                <a:lnTo>
                  <a:pt x="42491" y="1388"/>
                </a:lnTo>
                <a:cubicBezTo>
                  <a:pt x="42483" y="1969"/>
                  <a:pt x="42456" y="2550"/>
                  <a:pt x="42410" y="3129"/>
                </a:cubicBezTo>
                <a:cubicBezTo>
                  <a:pt x="42370" y="3623"/>
                  <a:pt x="42340" y="4134"/>
                  <a:pt x="42242" y="4620"/>
                </a:cubicBezTo>
                <a:cubicBezTo>
                  <a:pt x="42144" y="5115"/>
                  <a:pt x="41735" y="5153"/>
                  <a:pt x="41323" y="5153"/>
                </a:cubicBezTo>
                <a:cubicBezTo>
                  <a:pt x="41263" y="5153"/>
                  <a:pt x="41203" y="5152"/>
                  <a:pt x="41144" y="5152"/>
                </a:cubicBezTo>
                <a:lnTo>
                  <a:pt x="35073" y="5119"/>
                </a:lnTo>
                <a:cubicBezTo>
                  <a:pt x="34771" y="5118"/>
                  <a:pt x="34469" y="5117"/>
                  <a:pt x="34166" y="5117"/>
                </a:cubicBezTo>
                <a:cubicBezTo>
                  <a:pt x="33486" y="5117"/>
                  <a:pt x="32806" y="5120"/>
                  <a:pt x="32125" y="5120"/>
                </a:cubicBezTo>
                <a:cubicBezTo>
                  <a:pt x="31142" y="5120"/>
                  <a:pt x="30159" y="5114"/>
                  <a:pt x="29178" y="5086"/>
                </a:cubicBezTo>
                <a:cubicBezTo>
                  <a:pt x="28519" y="5065"/>
                  <a:pt x="27783" y="4994"/>
                  <a:pt x="27217" y="4622"/>
                </a:cubicBezTo>
                <a:cubicBezTo>
                  <a:pt x="26919" y="4426"/>
                  <a:pt x="26740" y="4160"/>
                  <a:pt x="26622" y="3828"/>
                </a:cubicBezTo>
                <a:cubicBezTo>
                  <a:pt x="26533" y="3574"/>
                  <a:pt x="26445" y="3278"/>
                  <a:pt x="26246" y="3087"/>
                </a:cubicBezTo>
                <a:cubicBezTo>
                  <a:pt x="26151" y="2995"/>
                  <a:pt x="26043" y="2953"/>
                  <a:pt x="25934" y="2953"/>
                </a:cubicBezTo>
                <a:cubicBezTo>
                  <a:pt x="25798" y="2953"/>
                  <a:pt x="25663" y="3017"/>
                  <a:pt x="25552" y="3125"/>
                </a:cubicBezTo>
                <a:cubicBezTo>
                  <a:pt x="25223" y="3451"/>
                  <a:pt x="24945" y="3797"/>
                  <a:pt x="24571" y="4078"/>
                </a:cubicBezTo>
                <a:cubicBezTo>
                  <a:pt x="23868" y="4607"/>
                  <a:pt x="23044" y="4950"/>
                  <a:pt x="22179" y="5091"/>
                </a:cubicBezTo>
                <a:lnTo>
                  <a:pt x="22179" y="5091"/>
                </a:lnTo>
                <a:lnTo>
                  <a:pt x="21497" y="127"/>
                </a:lnTo>
                <a:cubicBezTo>
                  <a:pt x="21488" y="65"/>
                  <a:pt x="21446" y="39"/>
                  <a:pt x="21399" y="39"/>
                </a:cubicBezTo>
                <a:cubicBezTo>
                  <a:pt x="21336" y="39"/>
                  <a:pt x="21265" y="87"/>
                  <a:pt x="21258" y="159"/>
                </a:cubicBezTo>
                <a:cubicBezTo>
                  <a:pt x="21127" y="1614"/>
                  <a:pt x="21026" y="3075"/>
                  <a:pt x="20866" y="4526"/>
                </a:cubicBezTo>
                <a:cubicBezTo>
                  <a:pt x="20849" y="4672"/>
                  <a:pt x="20838" y="4844"/>
                  <a:pt x="20746" y="4966"/>
                </a:cubicBezTo>
                <a:cubicBezTo>
                  <a:pt x="20643" y="5102"/>
                  <a:pt x="20478" y="5116"/>
                  <a:pt x="20315" y="5116"/>
                </a:cubicBezTo>
                <a:cubicBezTo>
                  <a:pt x="20271" y="5116"/>
                  <a:pt x="20228" y="5115"/>
                  <a:pt x="20185" y="5115"/>
                </a:cubicBezTo>
                <a:cubicBezTo>
                  <a:pt x="20173" y="5115"/>
                  <a:pt x="20161" y="5115"/>
                  <a:pt x="20150" y="5116"/>
                </a:cubicBezTo>
                <a:lnTo>
                  <a:pt x="19018" y="5136"/>
                </a:lnTo>
                <a:lnTo>
                  <a:pt x="16856" y="5176"/>
                </a:lnTo>
                <a:lnTo>
                  <a:pt x="12431" y="5259"/>
                </a:lnTo>
                <a:cubicBezTo>
                  <a:pt x="12062" y="5266"/>
                  <a:pt x="11674" y="5285"/>
                  <a:pt x="11285" y="5285"/>
                </a:cubicBezTo>
                <a:cubicBezTo>
                  <a:pt x="10553" y="5285"/>
                  <a:pt x="9814" y="5219"/>
                  <a:pt x="9173" y="4889"/>
                </a:cubicBezTo>
                <a:cubicBezTo>
                  <a:pt x="8635" y="4611"/>
                  <a:pt x="8395" y="4182"/>
                  <a:pt x="8178" y="3639"/>
                </a:cubicBezTo>
                <a:cubicBezTo>
                  <a:pt x="8011" y="3221"/>
                  <a:pt x="7804" y="2767"/>
                  <a:pt x="7300" y="2728"/>
                </a:cubicBezTo>
                <a:cubicBezTo>
                  <a:pt x="7297" y="2728"/>
                  <a:pt x="7294" y="2728"/>
                  <a:pt x="7291" y="2728"/>
                </a:cubicBezTo>
                <a:cubicBezTo>
                  <a:pt x="7240" y="2728"/>
                  <a:pt x="7200" y="2772"/>
                  <a:pt x="7183" y="2816"/>
                </a:cubicBezTo>
                <a:cubicBezTo>
                  <a:pt x="6850" y="3684"/>
                  <a:pt x="6109" y="4365"/>
                  <a:pt x="5212" y="4616"/>
                </a:cubicBezTo>
                <a:cubicBezTo>
                  <a:pt x="4778" y="4737"/>
                  <a:pt x="4185" y="4833"/>
                  <a:pt x="3880" y="5183"/>
                </a:cubicBezTo>
                <a:lnTo>
                  <a:pt x="3880" y="5183"/>
                </a:lnTo>
                <a:cubicBezTo>
                  <a:pt x="3695" y="3497"/>
                  <a:pt x="3535" y="1808"/>
                  <a:pt x="3398" y="117"/>
                </a:cubicBezTo>
                <a:cubicBezTo>
                  <a:pt x="3392" y="40"/>
                  <a:pt x="3329" y="1"/>
                  <a:pt x="32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ExtraBold"/>
              <a:buNone/>
              <a:defRPr sz="35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2300" y="1152475"/>
            <a:ext cx="7679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 txBox="1"/>
          <p:nvPr>
            <p:ph type="ctrTitle"/>
          </p:nvPr>
        </p:nvSpPr>
        <p:spPr>
          <a:xfrm>
            <a:off x="450750" y="972525"/>
            <a:ext cx="8242500" cy="20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Enfermedades </a:t>
            </a:r>
            <a:r>
              <a:rPr lang="en" sz="4000"/>
              <a:t>isquémicas</a:t>
            </a:r>
            <a:r>
              <a:rPr lang="en" sz="4000"/>
              <a:t> cardiacas (EIC)</a:t>
            </a:r>
            <a:endParaRPr sz="5500"/>
          </a:p>
        </p:txBody>
      </p:sp>
      <p:sp>
        <p:nvSpPr>
          <p:cNvPr id="766" name="Google Shape;766;p32"/>
          <p:cNvSpPr txBox="1"/>
          <p:nvPr>
            <p:ph idx="1" type="subTitle"/>
          </p:nvPr>
        </p:nvSpPr>
        <p:spPr>
          <a:xfrm>
            <a:off x="1522800" y="2236050"/>
            <a:ext cx="6098400" cy="18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Grupo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Integrantes:</a:t>
            </a:r>
            <a:endParaRPr b="1" sz="12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Campos, Máximo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Hernández, Adrián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Huacasi, Rodolfo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Lachira, Josué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León Prado, Mariana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Ttito, Jhoisymar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3"/>
          <p:cNvSpPr txBox="1"/>
          <p:nvPr>
            <p:ph type="title"/>
          </p:nvPr>
        </p:nvSpPr>
        <p:spPr>
          <a:xfrm>
            <a:off x="720000" y="1849000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enfermedad</a:t>
            </a:r>
            <a:endParaRPr/>
          </a:p>
        </p:txBody>
      </p:sp>
      <p:sp>
        <p:nvSpPr>
          <p:cNvPr id="772" name="Google Shape;772;p33"/>
          <p:cNvSpPr txBox="1"/>
          <p:nvPr>
            <p:ph idx="2" type="title"/>
          </p:nvPr>
        </p:nvSpPr>
        <p:spPr>
          <a:xfrm>
            <a:off x="1250550" y="1388288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73" name="Google Shape;773;p33"/>
          <p:cNvSpPr txBox="1"/>
          <p:nvPr>
            <p:ph idx="1" type="subTitle"/>
          </p:nvPr>
        </p:nvSpPr>
        <p:spPr>
          <a:xfrm>
            <a:off x="720000" y="218656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¿Que son las EIC?</a:t>
            </a:r>
            <a:endParaRPr/>
          </a:p>
        </p:txBody>
      </p:sp>
      <p:sp>
        <p:nvSpPr>
          <p:cNvPr id="774" name="Google Shape;774;p33"/>
          <p:cNvSpPr txBox="1"/>
          <p:nvPr>
            <p:ph idx="3" type="title"/>
          </p:nvPr>
        </p:nvSpPr>
        <p:spPr>
          <a:xfrm>
            <a:off x="3403800" y="1849000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prevalencia</a:t>
            </a:r>
            <a:endParaRPr/>
          </a:p>
        </p:txBody>
      </p:sp>
      <p:sp>
        <p:nvSpPr>
          <p:cNvPr id="775" name="Google Shape;775;p33"/>
          <p:cNvSpPr txBox="1"/>
          <p:nvPr>
            <p:ph idx="4" type="title"/>
          </p:nvPr>
        </p:nvSpPr>
        <p:spPr>
          <a:xfrm>
            <a:off x="3934350" y="1388288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76" name="Google Shape;776;p33"/>
          <p:cNvSpPr txBox="1"/>
          <p:nvPr>
            <p:ph idx="5" type="subTitle"/>
          </p:nvPr>
        </p:nvSpPr>
        <p:spPr>
          <a:xfrm>
            <a:off x="3403800" y="218656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Mortalidad y morbilidad</a:t>
            </a:r>
            <a:endParaRPr/>
          </a:p>
        </p:txBody>
      </p:sp>
      <p:sp>
        <p:nvSpPr>
          <p:cNvPr id="777" name="Google Shape;777;p33"/>
          <p:cNvSpPr txBox="1"/>
          <p:nvPr>
            <p:ph idx="6" type="title"/>
          </p:nvPr>
        </p:nvSpPr>
        <p:spPr>
          <a:xfrm>
            <a:off x="5965900" y="1849000"/>
            <a:ext cx="24582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</a:t>
            </a:r>
            <a:endParaRPr/>
          </a:p>
        </p:txBody>
      </p:sp>
      <p:sp>
        <p:nvSpPr>
          <p:cNvPr id="778" name="Google Shape;778;p33"/>
          <p:cNvSpPr txBox="1"/>
          <p:nvPr>
            <p:ph idx="7" type="title"/>
          </p:nvPr>
        </p:nvSpPr>
        <p:spPr>
          <a:xfrm>
            <a:off x="6524200" y="1388288"/>
            <a:ext cx="13416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79" name="Google Shape;779;p33"/>
          <p:cNvSpPr txBox="1"/>
          <p:nvPr>
            <p:ph idx="8" type="subTitle"/>
          </p:nvPr>
        </p:nvSpPr>
        <p:spPr>
          <a:xfrm>
            <a:off x="5965900" y="2186565"/>
            <a:ext cx="2458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 </a:t>
            </a:r>
            <a:r>
              <a:rPr lang="en"/>
              <a:t>términos</a:t>
            </a:r>
            <a:r>
              <a:rPr lang="en"/>
              <a:t> </a:t>
            </a:r>
            <a:r>
              <a:rPr lang="en"/>
              <a:t>económicos</a:t>
            </a:r>
            <a:r>
              <a:rPr lang="en"/>
              <a:t> y social</a:t>
            </a:r>
            <a:endParaRPr/>
          </a:p>
        </p:txBody>
      </p:sp>
      <p:sp>
        <p:nvSpPr>
          <p:cNvPr id="780" name="Google Shape;780;p33"/>
          <p:cNvSpPr txBox="1"/>
          <p:nvPr>
            <p:ph idx="9" type="title"/>
          </p:nvPr>
        </p:nvSpPr>
        <p:spPr>
          <a:xfrm>
            <a:off x="720000" y="3400479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Estado del arte</a:t>
            </a:r>
            <a:endParaRPr/>
          </a:p>
        </p:txBody>
      </p:sp>
      <p:sp>
        <p:nvSpPr>
          <p:cNvPr id="781" name="Google Shape;781;p33"/>
          <p:cNvSpPr txBox="1"/>
          <p:nvPr>
            <p:ph idx="13" type="title"/>
          </p:nvPr>
        </p:nvSpPr>
        <p:spPr>
          <a:xfrm>
            <a:off x="1250550" y="2939767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82" name="Google Shape;782;p33"/>
          <p:cNvSpPr txBox="1"/>
          <p:nvPr>
            <p:ph idx="14" type="subTitle"/>
          </p:nvPr>
        </p:nvSpPr>
        <p:spPr>
          <a:xfrm>
            <a:off x="720000" y="375892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Comercial en el </a:t>
            </a:r>
            <a:r>
              <a:rPr lang="en"/>
              <a:t>Perú</a:t>
            </a:r>
            <a:endParaRPr/>
          </a:p>
        </p:txBody>
      </p:sp>
      <p:sp>
        <p:nvSpPr>
          <p:cNvPr id="783" name="Google Shape;783;p33"/>
          <p:cNvSpPr txBox="1"/>
          <p:nvPr>
            <p:ph idx="15" type="title"/>
          </p:nvPr>
        </p:nvSpPr>
        <p:spPr>
          <a:xfrm>
            <a:off x="3403800" y="3400479"/>
            <a:ext cx="23364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Investigación</a:t>
            </a:r>
            <a:endParaRPr/>
          </a:p>
        </p:txBody>
      </p:sp>
      <p:sp>
        <p:nvSpPr>
          <p:cNvPr id="784" name="Google Shape;784;p33"/>
          <p:cNvSpPr txBox="1"/>
          <p:nvPr>
            <p:ph idx="16" type="title"/>
          </p:nvPr>
        </p:nvSpPr>
        <p:spPr>
          <a:xfrm>
            <a:off x="3934350" y="2939767"/>
            <a:ext cx="12753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85" name="Google Shape;785;p33"/>
          <p:cNvSpPr txBox="1"/>
          <p:nvPr>
            <p:ph idx="17" type="subTitle"/>
          </p:nvPr>
        </p:nvSpPr>
        <p:spPr>
          <a:xfrm>
            <a:off x="3403800" y="3758925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Patentes y </a:t>
            </a:r>
            <a:r>
              <a:rPr lang="en"/>
              <a:t>artículos</a:t>
            </a:r>
            <a:r>
              <a:rPr lang="en"/>
              <a:t> </a:t>
            </a:r>
            <a:r>
              <a:rPr lang="en"/>
              <a:t>científicos</a:t>
            </a:r>
            <a:endParaRPr/>
          </a:p>
        </p:txBody>
      </p:sp>
      <p:sp>
        <p:nvSpPr>
          <p:cNvPr id="786" name="Google Shape;786;p33"/>
          <p:cNvSpPr txBox="1"/>
          <p:nvPr>
            <p:ph idx="18" type="title"/>
          </p:nvPr>
        </p:nvSpPr>
        <p:spPr>
          <a:xfrm>
            <a:off x="5965900" y="3400479"/>
            <a:ext cx="2458200" cy="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Solucion</a:t>
            </a:r>
            <a:endParaRPr/>
          </a:p>
        </p:txBody>
      </p:sp>
      <p:sp>
        <p:nvSpPr>
          <p:cNvPr id="787" name="Google Shape;787;p33"/>
          <p:cNvSpPr txBox="1"/>
          <p:nvPr>
            <p:ph idx="19" type="title"/>
          </p:nvPr>
        </p:nvSpPr>
        <p:spPr>
          <a:xfrm>
            <a:off x="6524200" y="2939767"/>
            <a:ext cx="13416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88" name="Google Shape;788;p33"/>
          <p:cNvSpPr txBox="1"/>
          <p:nvPr>
            <p:ph idx="20" type="subTitle"/>
          </p:nvPr>
        </p:nvSpPr>
        <p:spPr>
          <a:xfrm>
            <a:off x="5965900" y="3758925"/>
            <a:ext cx="2458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Propuesta de </a:t>
            </a:r>
            <a:r>
              <a:rPr lang="en"/>
              <a:t>solución</a:t>
            </a:r>
            <a:endParaRPr/>
          </a:p>
        </p:txBody>
      </p:sp>
      <p:sp>
        <p:nvSpPr>
          <p:cNvPr id="789" name="Google Shape;789;p3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 de contenidos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4"/>
          <p:cNvSpPr txBox="1"/>
          <p:nvPr>
            <p:ph type="title"/>
          </p:nvPr>
        </p:nvSpPr>
        <p:spPr>
          <a:xfrm>
            <a:off x="1024175" y="2379950"/>
            <a:ext cx="38730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enfermedad</a:t>
            </a:r>
            <a:endParaRPr/>
          </a:p>
        </p:txBody>
      </p:sp>
      <p:sp>
        <p:nvSpPr>
          <p:cNvPr id="795" name="Google Shape;795;p34"/>
          <p:cNvSpPr txBox="1"/>
          <p:nvPr>
            <p:ph idx="2" type="title"/>
          </p:nvPr>
        </p:nvSpPr>
        <p:spPr>
          <a:xfrm>
            <a:off x="1024175" y="14739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96" name="Google Shape;796;p34"/>
          <p:cNvSpPr txBox="1"/>
          <p:nvPr>
            <p:ph idx="1" type="subTitle"/>
          </p:nvPr>
        </p:nvSpPr>
        <p:spPr>
          <a:xfrm>
            <a:off x="1024175" y="3216353"/>
            <a:ext cx="23364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¿Que son las EIC?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5"/>
          <p:cNvSpPr txBox="1"/>
          <p:nvPr>
            <p:ph type="title"/>
          </p:nvPr>
        </p:nvSpPr>
        <p:spPr>
          <a:xfrm>
            <a:off x="1100700" y="512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</a:t>
            </a:r>
            <a:r>
              <a:rPr lang="en" sz="2900"/>
              <a:t>nfermedad isquémica del corazón (EIC)</a:t>
            </a:r>
            <a:endParaRPr sz="2900"/>
          </a:p>
        </p:txBody>
      </p:sp>
      <p:sp>
        <p:nvSpPr>
          <p:cNvPr id="802" name="Google Shape;802;p35"/>
          <p:cNvSpPr txBox="1"/>
          <p:nvPr>
            <p:ph idx="4294967295" type="title"/>
          </p:nvPr>
        </p:nvSpPr>
        <p:spPr>
          <a:xfrm>
            <a:off x="1320650" y="1869850"/>
            <a:ext cx="2357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¿Qué es?</a:t>
            </a:r>
            <a:endParaRPr sz="2000"/>
          </a:p>
        </p:txBody>
      </p:sp>
      <p:sp>
        <p:nvSpPr>
          <p:cNvPr id="803" name="Google Shape;803;p35"/>
          <p:cNvSpPr txBox="1"/>
          <p:nvPr>
            <p:ph idx="4294967295" type="subTitle"/>
          </p:nvPr>
        </p:nvSpPr>
        <p:spPr>
          <a:xfrm>
            <a:off x="824825" y="2353600"/>
            <a:ext cx="2347500" cy="99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Condiciones que implican el estrechamiento o bloqueo de los vasos sanguíneos, causada por daño al corazón o a los vasos sanguíneos por  aterosclerosis.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04" name="Google Shape;804;p35"/>
          <p:cNvSpPr txBox="1"/>
          <p:nvPr>
            <p:ph idx="4294967295" type="title"/>
          </p:nvPr>
        </p:nvSpPr>
        <p:spPr>
          <a:xfrm>
            <a:off x="5910700" y="1539900"/>
            <a:ext cx="25572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Factores de riesgo</a:t>
            </a:r>
            <a:endParaRPr sz="2000"/>
          </a:p>
        </p:txBody>
      </p:sp>
      <p:sp>
        <p:nvSpPr>
          <p:cNvPr id="805" name="Google Shape;805;p35"/>
          <p:cNvSpPr txBox="1"/>
          <p:nvPr>
            <p:ph idx="4294967295" type="subTitle"/>
          </p:nvPr>
        </p:nvSpPr>
        <p:spPr>
          <a:xfrm>
            <a:off x="6130675" y="3389900"/>
            <a:ext cx="2357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Dolor de pecho, falta de aire, entumecimiento, debilidad o frío en las piernas o los brazos, entre otros.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06" name="Google Shape;806;p35"/>
          <p:cNvSpPr txBox="1"/>
          <p:nvPr>
            <p:ph idx="4294967295" type="title"/>
          </p:nvPr>
        </p:nvSpPr>
        <p:spPr>
          <a:xfrm>
            <a:off x="5712825" y="2957450"/>
            <a:ext cx="2357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Síntomas</a:t>
            </a:r>
            <a:endParaRPr sz="2000"/>
          </a:p>
        </p:txBody>
      </p:sp>
      <p:sp>
        <p:nvSpPr>
          <p:cNvPr id="807" name="Google Shape;807;p35"/>
          <p:cNvSpPr txBox="1"/>
          <p:nvPr>
            <p:ph idx="4294967295" type="subTitle"/>
          </p:nvPr>
        </p:nvSpPr>
        <p:spPr>
          <a:xfrm>
            <a:off x="6030775" y="1869850"/>
            <a:ext cx="2557200" cy="81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Hipertensión arterial, tabaquismo, sobrepeso, obesidad, inactividad física, inadecuada alimentación, entre otros.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3992276" y="1414974"/>
            <a:ext cx="1184528" cy="2983776"/>
          </a:xfrm>
          <a:custGeom>
            <a:rect b="b" l="l" r="r" t="t"/>
            <a:pathLst>
              <a:path extrusionOk="0" h="44955" w="17846">
                <a:moveTo>
                  <a:pt x="8915" y="1"/>
                </a:moveTo>
                <a:cubicBezTo>
                  <a:pt x="6365" y="17"/>
                  <a:pt x="6904" y="2693"/>
                  <a:pt x="6904" y="2693"/>
                </a:cubicBezTo>
                <a:cubicBezTo>
                  <a:pt x="6474" y="2916"/>
                  <a:pt x="6812" y="3559"/>
                  <a:pt x="6844" y="3897"/>
                </a:cubicBezTo>
                <a:cubicBezTo>
                  <a:pt x="6871" y="4240"/>
                  <a:pt x="7084" y="4256"/>
                  <a:pt x="7084" y="4256"/>
                </a:cubicBezTo>
                <a:cubicBezTo>
                  <a:pt x="7198" y="4769"/>
                  <a:pt x="7678" y="5575"/>
                  <a:pt x="7678" y="5575"/>
                </a:cubicBezTo>
                <a:cubicBezTo>
                  <a:pt x="7874" y="7831"/>
                  <a:pt x="5422" y="7766"/>
                  <a:pt x="4234" y="8474"/>
                </a:cubicBezTo>
                <a:cubicBezTo>
                  <a:pt x="3041" y="9182"/>
                  <a:pt x="3362" y="11215"/>
                  <a:pt x="3362" y="12888"/>
                </a:cubicBezTo>
                <a:cubicBezTo>
                  <a:pt x="3362" y="14566"/>
                  <a:pt x="2817" y="16081"/>
                  <a:pt x="2332" y="18173"/>
                </a:cubicBezTo>
                <a:cubicBezTo>
                  <a:pt x="1935" y="19901"/>
                  <a:pt x="1755" y="21137"/>
                  <a:pt x="1700" y="21524"/>
                </a:cubicBezTo>
                <a:cubicBezTo>
                  <a:pt x="1542" y="21552"/>
                  <a:pt x="1177" y="21677"/>
                  <a:pt x="774" y="22260"/>
                </a:cubicBezTo>
                <a:cubicBezTo>
                  <a:pt x="540" y="22603"/>
                  <a:pt x="469" y="22936"/>
                  <a:pt x="300" y="23110"/>
                </a:cubicBezTo>
                <a:cubicBezTo>
                  <a:pt x="205" y="23205"/>
                  <a:pt x="280" y="23371"/>
                  <a:pt x="441" y="23371"/>
                </a:cubicBezTo>
                <a:cubicBezTo>
                  <a:pt x="568" y="23371"/>
                  <a:pt x="749" y="23268"/>
                  <a:pt x="943" y="22946"/>
                </a:cubicBezTo>
                <a:lnTo>
                  <a:pt x="943" y="22946"/>
                </a:lnTo>
                <a:lnTo>
                  <a:pt x="147" y="24805"/>
                </a:lnTo>
                <a:cubicBezTo>
                  <a:pt x="147" y="24805"/>
                  <a:pt x="0" y="25077"/>
                  <a:pt x="235" y="25104"/>
                </a:cubicBezTo>
                <a:cubicBezTo>
                  <a:pt x="241" y="25105"/>
                  <a:pt x="247" y="25106"/>
                  <a:pt x="253" y="25106"/>
                </a:cubicBezTo>
                <a:cubicBezTo>
                  <a:pt x="599" y="25106"/>
                  <a:pt x="886" y="23786"/>
                  <a:pt x="1041" y="23786"/>
                </a:cubicBezTo>
                <a:cubicBezTo>
                  <a:pt x="1155" y="23786"/>
                  <a:pt x="404" y="25306"/>
                  <a:pt x="779" y="25431"/>
                </a:cubicBezTo>
                <a:cubicBezTo>
                  <a:pt x="793" y="25435"/>
                  <a:pt x="805" y="25437"/>
                  <a:pt x="818" y="25437"/>
                </a:cubicBezTo>
                <a:cubicBezTo>
                  <a:pt x="1182" y="25437"/>
                  <a:pt x="1437" y="23862"/>
                  <a:pt x="1519" y="23862"/>
                </a:cubicBezTo>
                <a:cubicBezTo>
                  <a:pt x="1519" y="23862"/>
                  <a:pt x="1520" y="23862"/>
                  <a:pt x="1521" y="23862"/>
                </a:cubicBezTo>
                <a:cubicBezTo>
                  <a:pt x="1613" y="23889"/>
                  <a:pt x="1085" y="25268"/>
                  <a:pt x="1384" y="25371"/>
                </a:cubicBezTo>
                <a:cubicBezTo>
                  <a:pt x="1399" y="25377"/>
                  <a:pt x="1414" y="25379"/>
                  <a:pt x="1428" y="25379"/>
                </a:cubicBezTo>
                <a:cubicBezTo>
                  <a:pt x="1774" y="25379"/>
                  <a:pt x="1780" y="23840"/>
                  <a:pt x="2005" y="23840"/>
                </a:cubicBezTo>
                <a:cubicBezTo>
                  <a:pt x="2007" y="23840"/>
                  <a:pt x="2009" y="23840"/>
                  <a:pt x="2011" y="23840"/>
                </a:cubicBezTo>
                <a:cubicBezTo>
                  <a:pt x="2060" y="23846"/>
                  <a:pt x="1695" y="25012"/>
                  <a:pt x="1956" y="25012"/>
                </a:cubicBezTo>
                <a:cubicBezTo>
                  <a:pt x="2213" y="25012"/>
                  <a:pt x="2218" y="24238"/>
                  <a:pt x="2463" y="23846"/>
                </a:cubicBezTo>
                <a:cubicBezTo>
                  <a:pt x="2698" y="23486"/>
                  <a:pt x="2997" y="22434"/>
                  <a:pt x="2845" y="21906"/>
                </a:cubicBezTo>
                <a:cubicBezTo>
                  <a:pt x="3281" y="20467"/>
                  <a:pt x="4354" y="17568"/>
                  <a:pt x="4616" y="16304"/>
                </a:cubicBezTo>
                <a:cubicBezTo>
                  <a:pt x="4904" y="14887"/>
                  <a:pt x="5389" y="12119"/>
                  <a:pt x="5389" y="12119"/>
                </a:cubicBezTo>
                <a:cubicBezTo>
                  <a:pt x="5842" y="13018"/>
                  <a:pt x="6098" y="17111"/>
                  <a:pt x="5711" y="18206"/>
                </a:cubicBezTo>
                <a:cubicBezTo>
                  <a:pt x="5324" y="19307"/>
                  <a:pt x="4419" y="21944"/>
                  <a:pt x="4806" y="24396"/>
                </a:cubicBezTo>
                <a:cubicBezTo>
                  <a:pt x="5193" y="26843"/>
                  <a:pt x="5515" y="30161"/>
                  <a:pt x="5389" y="33033"/>
                </a:cubicBezTo>
                <a:cubicBezTo>
                  <a:pt x="5259" y="35899"/>
                  <a:pt x="5744" y="39026"/>
                  <a:pt x="6130" y="41184"/>
                </a:cubicBezTo>
                <a:cubicBezTo>
                  <a:pt x="6517" y="43342"/>
                  <a:pt x="6065" y="43892"/>
                  <a:pt x="5776" y="44279"/>
                </a:cubicBezTo>
                <a:cubicBezTo>
                  <a:pt x="5487" y="44666"/>
                  <a:pt x="6065" y="44955"/>
                  <a:pt x="6065" y="44955"/>
                </a:cubicBezTo>
                <a:lnTo>
                  <a:pt x="7547" y="44955"/>
                </a:lnTo>
                <a:cubicBezTo>
                  <a:pt x="8092" y="44955"/>
                  <a:pt x="7934" y="44568"/>
                  <a:pt x="7743" y="43440"/>
                </a:cubicBezTo>
                <a:cubicBezTo>
                  <a:pt x="7547" y="42312"/>
                  <a:pt x="7356" y="41408"/>
                  <a:pt x="7580" y="39925"/>
                </a:cubicBezTo>
                <a:cubicBezTo>
                  <a:pt x="7874" y="38062"/>
                  <a:pt x="7972" y="36171"/>
                  <a:pt x="7869" y="34286"/>
                </a:cubicBezTo>
                <a:cubicBezTo>
                  <a:pt x="7743" y="32030"/>
                  <a:pt x="7771" y="31583"/>
                  <a:pt x="8190" y="29905"/>
                </a:cubicBezTo>
                <a:cubicBezTo>
                  <a:pt x="8566" y="28412"/>
                  <a:pt x="8860" y="24396"/>
                  <a:pt x="8920" y="23535"/>
                </a:cubicBezTo>
                <a:cubicBezTo>
                  <a:pt x="8980" y="24396"/>
                  <a:pt x="9280" y="28412"/>
                  <a:pt x="9650" y="29905"/>
                </a:cubicBezTo>
                <a:cubicBezTo>
                  <a:pt x="10070" y="31583"/>
                  <a:pt x="10103" y="32030"/>
                  <a:pt x="9972" y="34286"/>
                </a:cubicBezTo>
                <a:cubicBezTo>
                  <a:pt x="9874" y="36171"/>
                  <a:pt x="9966" y="38062"/>
                  <a:pt x="10266" y="39925"/>
                </a:cubicBezTo>
                <a:cubicBezTo>
                  <a:pt x="10490" y="41408"/>
                  <a:pt x="10293" y="42312"/>
                  <a:pt x="10103" y="43440"/>
                </a:cubicBezTo>
                <a:cubicBezTo>
                  <a:pt x="9907" y="44568"/>
                  <a:pt x="9749" y="44955"/>
                  <a:pt x="10293" y="44955"/>
                </a:cubicBezTo>
                <a:lnTo>
                  <a:pt x="11776" y="44955"/>
                </a:lnTo>
                <a:cubicBezTo>
                  <a:pt x="11776" y="44955"/>
                  <a:pt x="12359" y="44666"/>
                  <a:pt x="12070" y="44279"/>
                </a:cubicBezTo>
                <a:cubicBezTo>
                  <a:pt x="11776" y="43892"/>
                  <a:pt x="11329" y="43342"/>
                  <a:pt x="11716" y="41184"/>
                </a:cubicBezTo>
                <a:cubicBezTo>
                  <a:pt x="12102" y="39026"/>
                  <a:pt x="12582" y="35899"/>
                  <a:pt x="12457" y="33033"/>
                </a:cubicBezTo>
                <a:cubicBezTo>
                  <a:pt x="12326" y="30166"/>
                  <a:pt x="12653" y="26848"/>
                  <a:pt x="13034" y="24396"/>
                </a:cubicBezTo>
                <a:cubicBezTo>
                  <a:pt x="13421" y="21944"/>
                  <a:pt x="12522" y="19301"/>
                  <a:pt x="12135" y="18206"/>
                </a:cubicBezTo>
                <a:cubicBezTo>
                  <a:pt x="11748" y="17111"/>
                  <a:pt x="12004" y="13018"/>
                  <a:pt x="12457" y="12119"/>
                </a:cubicBezTo>
                <a:cubicBezTo>
                  <a:pt x="12457" y="12119"/>
                  <a:pt x="12936" y="14887"/>
                  <a:pt x="13230" y="16304"/>
                </a:cubicBezTo>
                <a:cubicBezTo>
                  <a:pt x="13487" y="17568"/>
                  <a:pt x="14560" y="20462"/>
                  <a:pt x="15001" y="21900"/>
                </a:cubicBezTo>
                <a:cubicBezTo>
                  <a:pt x="14843" y="22434"/>
                  <a:pt x="15148" y="23480"/>
                  <a:pt x="15377" y="23846"/>
                </a:cubicBezTo>
                <a:cubicBezTo>
                  <a:pt x="15623" y="24238"/>
                  <a:pt x="15628" y="25006"/>
                  <a:pt x="15890" y="25006"/>
                </a:cubicBezTo>
                <a:cubicBezTo>
                  <a:pt x="16146" y="25006"/>
                  <a:pt x="15781" y="23846"/>
                  <a:pt x="15835" y="23840"/>
                </a:cubicBezTo>
                <a:cubicBezTo>
                  <a:pt x="15837" y="23840"/>
                  <a:pt x="15839" y="23840"/>
                  <a:pt x="15841" y="23840"/>
                </a:cubicBezTo>
                <a:cubicBezTo>
                  <a:pt x="16060" y="23840"/>
                  <a:pt x="16072" y="25379"/>
                  <a:pt x="16418" y="25379"/>
                </a:cubicBezTo>
                <a:cubicBezTo>
                  <a:pt x="16432" y="25379"/>
                  <a:pt x="16447" y="25377"/>
                  <a:pt x="16462" y="25371"/>
                </a:cubicBezTo>
                <a:cubicBezTo>
                  <a:pt x="16756" y="25268"/>
                  <a:pt x="16227" y="23889"/>
                  <a:pt x="16320" y="23862"/>
                </a:cubicBezTo>
                <a:cubicBezTo>
                  <a:pt x="16321" y="23862"/>
                  <a:pt x="16321" y="23862"/>
                  <a:pt x="16322" y="23862"/>
                </a:cubicBezTo>
                <a:cubicBezTo>
                  <a:pt x="16413" y="23862"/>
                  <a:pt x="16659" y="25432"/>
                  <a:pt x="17021" y="25432"/>
                </a:cubicBezTo>
                <a:cubicBezTo>
                  <a:pt x="17034" y="25432"/>
                  <a:pt x="17047" y="25430"/>
                  <a:pt x="17061" y="25426"/>
                </a:cubicBezTo>
                <a:cubicBezTo>
                  <a:pt x="17437" y="25306"/>
                  <a:pt x="16685" y="23786"/>
                  <a:pt x="16805" y="23786"/>
                </a:cubicBezTo>
                <a:cubicBezTo>
                  <a:pt x="16955" y="23786"/>
                  <a:pt x="17247" y="25106"/>
                  <a:pt x="17588" y="25106"/>
                </a:cubicBezTo>
                <a:cubicBezTo>
                  <a:pt x="17594" y="25106"/>
                  <a:pt x="17600" y="25105"/>
                  <a:pt x="17606" y="25104"/>
                </a:cubicBezTo>
                <a:cubicBezTo>
                  <a:pt x="17846" y="25077"/>
                  <a:pt x="17699" y="24805"/>
                  <a:pt x="17699" y="24805"/>
                </a:cubicBezTo>
                <a:lnTo>
                  <a:pt x="16908" y="22946"/>
                </a:lnTo>
                <a:lnTo>
                  <a:pt x="16908" y="22946"/>
                </a:lnTo>
                <a:cubicBezTo>
                  <a:pt x="17100" y="23268"/>
                  <a:pt x="17281" y="23371"/>
                  <a:pt x="17408" y="23371"/>
                </a:cubicBezTo>
                <a:cubicBezTo>
                  <a:pt x="17570" y="23371"/>
                  <a:pt x="17646" y="23205"/>
                  <a:pt x="17551" y="23110"/>
                </a:cubicBezTo>
                <a:cubicBezTo>
                  <a:pt x="17383" y="22936"/>
                  <a:pt x="17306" y="22598"/>
                  <a:pt x="17072" y="22260"/>
                </a:cubicBezTo>
                <a:cubicBezTo>
                  <a:pt x="16669" y="21677"/>
                  <a:pt x="16309" y="21552"/>
                  <a:pt x="16146" y="21524"/>
                </a:cubicBezTo>
                <a:cubicBezTo>
                  <a:pt x="16097" y="21137"/>
                  <a:pt x="15917" y="19901"/>
                  <a:pt x="15519" y="18173"/>
                </a:cubicBezTo>
                <a:cubicBezTo>
                  <a:pt x="15034" y="16081"/>
                  <a:pt x="14489" y="14566"/>
                  <a:pt x="14489" y="12888"/>
                </a:cubicBezTo>
                <a:cubicBezTo>
                  <a:pt x="14489" y="11215"/>
                  <a:pt x="14811" y="9182"/>
                  <a:pt x="13617" y="8474"/>
                </a:cubicBezTo>
                <a:cubicBezTo>
                  <a:pt x="12424" y="7766"/>
                  <a:pt x="9977" y="7831"/>
                  <a:pt x="10168" y="5575"/>
                </a:cubicBezTo>
                <a:cubicBezTo>
                  <a:pt x="10168" y="5575"/>
                  <a:pt x="10653" y="4769"/>
                  <a:pt x="10767" y="4256"/>
                </a:cubicBezTo>
                <a:cubicBezTo>
                  <a:pt x="10767" y="4256"/>
                  <a:pt x="10975" y="4240"/>
                  <a:pt x="11007" y="3897"/>
                </a:cubicBezTo>
                <a:cubicBezTo>
                  <a:pt x="11040" y="3559"/>
                  <a:pt x="11378" y="2916"/>
                  <a:pt x="10942" y="2693"/>
                </a:cubicBezTo>
                <a:cubicBezTo>
                  <a:pt x="10942" y="2693"/>
                  <a:pt x="11487" y="17"/>
                  <a:pt x="8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9" name="Google Shape;809;p35"/>
          <p:cNvCxnSpPr>
            <a:stCxn id="803" idx="3"/>
          </p:cNvCxnSpPr>
          <p:nvPr/>
        </p:nvCxnSpPr>
        <p:spPr>
          <a:xfrm flipH="1" rot="10800000">
            <a:off x="3172325" y="2142250"/>
            <a:ext cx="1473000" cy="708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810" name="Google Shape;810;p35"/>
          <p:cNvCxnSpPr>
            <a:stCxn id="806" idx="1"/>
          </p:cNvCxnSpPr>
          <p:nvPr/>
        </p:nvCxnSpPr>
        <p:spPr>
          <a:xfrm rot="10800000">
            <a:off x="4662225" y="2226800"/>
            <a:ext cx="1050600" cy="994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811" name="Google Shape;811;p35"/>
          <p:cNvCxnSpPr/>
          <p:nvPr/>
        </p:nvCxnSpPr>
        <p:spPr>
          <a:xfrm flipH="1">
            <a:off x="4662200" y="1837625"/>
            <a:ext cx="1269000" cy="230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6"/>
          <p:cNvSpPr txBox="1"/>
          <p:nvPr>
            <p:ph type="title"/>
          </p:nvPr>
        </p:nvSpPr>
        <p:spPr>
          <a:xfrm>
            <a:off x="2403050" y="2545775"/>
            <a:ext cx="46347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prevalencia</a:t>
            </a:r>
            <a:endParaRPr/>
          </a:p>
        </p:txBody>
      </p:sp>
      <p:sp>
        <p:nvSpPr>
          <p:cNvPr id="817" name="Google Shape;817;p36"/>
          <p:cNvSpPr txBox="1"/>
          <p:nvPr>
            <p:ph idx="2" type="title"/>
          </p:nvPr>
        </p:nvSpPr>
        <p:spPr>
          <a:xfrm>
            <a:off x="5762450" y="16316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18" name="Google Shape;818;p36"/>
          <p:cNvSpPr txBox="1"/>
          <p:nvPr>
            <p:ph idx="1" type="subTitle"/>
          </p:nvPr>
        </p:nvSpPr>
        <p:spPr>
          <a:xfrm>
            <a:off x="4701350" y="3382178"/>
            <a:ext cx="2336400" cy="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Mortalidad y morbilidad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7"/>
          <p:cNvSpPr txBox="1"/>
          <p:nvPr>
            <p:ph type="title"/>
          </p:nvPr>
        </p:nvSpPr>
        <p:spPr>
          <a:xfrm>
            <a:off x="1888375" y="682950"/>
            <a:ext cx="55443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17,9 M</a:t>
            </a:r>
            <a:endParaRPr/>
          </a:p>
        </p:txBody>
      </p:sp>
      <p:sp>
        <p:nvSpPr>
          <p:cNvPr id="824" name="Google Shape;824;p37"/>
          <p:cNvSpPr txBox="1"/>
          <p:nvPr>
            <p:ph idx="1" type="subTitle"/>
          </p:nvPr>
        </p:nvSpPr>
        <p:spPr>
          <a:xfrm>
            <a:off x="1888375" y="1466850"/>
            <a:ext cx="5544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Muertes anuales estimadas por EIC a nivel mundial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7"/>
          <p:cNvSpPr txBox="1"/>
          <p:nvPr>
            <p:ph idx="2" type="title"/>
          </p:nvPr>
        </p:nvSpPr>
        <p:spPr>
          <a:xfrm>
            <a:off x="1888375" y="2008200"/>
            <a:ext cx="55443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22,728 </a:t>
            </a:r>
            <a:endParaRPr/>
          </a:p>
        </p:txBody>
      </p:sp>
      <p:sp>
        <p:nvSpPr>
          <p:cNvPr id="826" name="Google Shape;826;p37"/>
          <p:cNvSpPr txBox="1"/>
          <p:nvPr>
            <p:ph idx="3" type="subTitle"/>
          </p:nvPr>
        </p:nvSpPr>
        <p:spPr>
          <a:xfrm>
            <a:off x="1888375" y="2792103"/>
            <a:ext cx="5544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Defunciones en el 2021 en el </a:t>
            </a:r>
            <a:r>
              <a:rPr lang="en"/>
              <a:t>Perú</a:t>
            </a:r>
            <a:r>
              <a:rPr lang="en"/>
              <a:t>, </a:t>
            </a:r>
            <a:r>
              <a:rPr lang="en"/>
              <a:t>según</a:t>
            </a:r>
            <a:r>
              <a:rPr lang="en"/>
              <a:t> el REUNIS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7"/>
          <p:cNvSpPr txBox="1"/>
          <p:nvPr>
            <p:ph idx="4" type="title"/>
          </p:nvPr>
        </p:nvSpPr>
        <p:spPr>
          <a:xfrm>
            <a:off x="1888375" y="3333335"/>
            <a:ext cx="55443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47.9</a:t>
            </a:r>
            <a:endParaRPr/>
          </a:p>
        </p:txBody>
      </p:sp>
      <p:sp>
        <p:nvSpPr>
          <p:cNvPr id="828" name="Google Shape;828;p37"/>
          <p:cNvSpPr txBox="1"/>
          <p:nvPr>
            <p:ph idx="5" type="subTitle"/>
          </p:nvPr>
        </p:nvSpPr>
        <p:spPr>
          <a:xfrm>
            <a:off x="1888375" y="4117350"/>
            <a:ext cx="57768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Años vividos con discapacidad en 2019 en el </a:t>
            </a:r>
            <a:r>
              <a:rPr lang="en"/>
              <a:t>Perú</a:t>
            </a:r>
            <a:r>
              <a:rPr lang="en"/>
              <a:t> </a:t>
            </a:r>
            <a:r>
              <a:rPr lang="en"/>
              <a:t>según</a:t>
            </a:r>
            <a:r>
              <a:rPr lang="en"/>
              <a:t> la OPS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8"/>
          <p:cNvSpPr txBox="1"/>
          <p:nvPr>
            <p:ph type="title"/>
          </p:nvPr>
        </p:nvSpPr>
        <p:spPr>
          <a:xfrm>
            <a:off x="1024175" y="2379938"/>
            <a:ext cx="36516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</a:t>
            </a:r>
            <a:endParaRPr/>
          </a:p>
        </p:txBody>
      </p:sp>
      <p:sp>
        <p:nvSpPr>
          <p:cNvPr id="834" name="Google Shape;834;p38"/>
          <p:cNvSpPr txBox="1"/>
          <p:nvPr>
            <p:ph idx="2" type="title"/>
          </p:nvPr>
        </p:nvSpPr>
        <p:spPr>
          <a:xfrm>
            <a:off x="1024175" y="14739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35" name="Google Shape;835;p38"/>
          <p:cNvSpPr txBox="1"/>
          <p:nvPr>
            <p:ph idx="1" type="subTitle"/>
          </p:nvPr>
        </p:nvSpPr>
        <p:spPr>
          <a:xfrm>
            <a:off x="1093725" y="3129425"/>
            <a:ext cx="44538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términos económicos y sociales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00" y="2201350"/>
            <a:ext cx="648387" cy="634143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9"/>
          <p:cNvSpPr txBox="1"/>
          <p:nvPr>
            <p:ph type="title"/>
          </p:nvPr>
        </p:nvSpPr>
        <p:spPr>
          <a:xfrm>
            <a:off x="1475225" y="879300"/>
            <a:ext cx="13296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31%</a:t>
            </a:r>
            <a:endParaRPr/>
          </a:p>
        </p:txBody>
      </p:sp>
      <p:sp>
        <p:nvSpPr>
          <p:cNvPr id="842" name="Google Shape;842;p39"/>
          <p:cNvSpPr txBox="1"/>
          <p:nvPr>
            <p:ph idx="1" type="subTitle"/>
          </p:nvPr>
        </p:nvSpPr>
        <p:spPr>
          <a:xfrm>
            <a:off x="1475225" y="1559825"/>
            <a:ext cx="2160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Muertes a nivel global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9"/>
          <p:cNvSpPr txBox="1"/>
          <p:nvPr>
            <p:ph idx="2" type="title"/>
          </p:nvPr>
        </p:nvSpPr>
        <p:spPr>
          <a:xfrm>
            <a:off x="573725" y="2295775"/>
            <a:ext cx="13842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C2E3A"/>
                </a:solidFill>
              </a:rPr>
              <a:t>AHA</a:t>
            </a:r>
            <a:r>
              <a:rPr lang="en" sz="3900">
                <a:solidFill>
                  <a:srgbClr val="0C2E3A"/>
                </a:solidFill>
              </a:rPr>
              <a:t> </a:t>
            </a:r>
            <a:endParaRPr sz="3900">
              <a:solidFill>
                <a:srgbClr val="0C2E3A"/>
              </a:solidFill>
            </a:endParaRPr>
          </a:p>
        </p:txBody>
      </p:sp>
      <p:sp>
        <p:nvSpPr>
          <p:cNvPr id="844" name="Google Shape;844;p39"/>
          <p:cNvSpPr txBox="1"/>
          <p:nvPr>
            <p:ph idx="3" type="subTitle"/>
          </p:nvPr>
        </p:nvSpPr>
        <p:spPr>
          <a:xfrm>
            <a:off x="573727" y="2794361"/>
            <a:ext cx="25998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American Heart Association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45" name="Google Shape;845;p39"/>
          <p:cNvSpPr txBox="1"/>
          <p:nvPr>
            <p:ph idx="4" type="title"/>
          </p:nvPr>
        </p:nvSpPr>
        <p:spPr>
          <a:xfrm>
            <a:off x="573725" y="3296325"/>
            <a:ext cx="45147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$363  mil millones</a:t>
            </a:r>
            <a:endParaRPr sz="4100"/>
          </a:p>
        </p:txBody>
      </p:sp>
      <p:sp>
        <p:nvSpPr>
          <p:cNvPr id="846" name="Google Shape;846;p39"/>
          <p:cNvSpPr txBox="1"/>
          <p:nvPr>
            <p:ph type="title"/>
          </p:nvPr>
        </p:nvSpPr>
        <p:spPr>
          <a:xfrm>
            <a:off x="2649050" y="-80000"/>
            <a:ext cx="39111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Nivel Mundial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47" name="Google Shape;847;p39"/>
          <p:cNvGrpSpPr/>
          <p:nvPr/>
        </p:nvGrpSpPr>
        <p:grpSpPr>
          <a:xfrm>
            <a:off x="2706529" y="1042083"/>
            <a:ext cx="587865" cy="517731"/>
            <a:chOff x="6000718" y="3070557"/>
            <a:chExt cx="587865" cy="517731"/>
          </a:xfrm>
        </p:grpSpPr>
        <p:sp>
          <p:nvSpPr>
            <p:cNvPr id="848" name="Google Shape;848;p39"/>
            <p:cNvSpPr/>
            <p:nvPr/>
          </p:nvSpPr>
          <p:spPr>
            <a:xfrm>
              <a:off x="6161116" y="3104229"/>
              <a:ext cx="410235" cy="449911"/>
            </a:xfrm>
            <a:custGeom>
              <a:rect b="b" l="l" r="r" t="t"/>
              <a:pathLst>
                <a:path extrusionOk="0" h="78008" w="71098">
                  <a:moveTo>
                    <a:pt x="36108" y="3531"/>
                  </a:moveTo>
                  <a:lnTo>
                    <a:pt x="36835" y="4631"/>
                  </a:lnTo>
                  <a:cubicBezTo>
                    <a:pt x="36551" y="4826"/>
                    <a:pt x="36268" y="5039"/>
                    <a:pt x="35948" y="5217"/>
                  </a:cubicBezTo>
                  <a:cubicBezTo>
                    <a:pt x="35043" y="5749"/>
                    <a:pt x="34635" y="6459"/>
                    <a:pt x="35132" y="7488"/>
                  </a:cubicBezTo>
                  <a:cubicBezTo>
                    <a:pt x="35486" y="8208"/>
                    <a:pt x="35984" y="8561"/>
                    <a:pt x="36635" y="8561"/>
                  </a:cubicBezTo>
                  <a:cubicBezTo>
                    <a:pt x="36866" y="8561"/>
                    <a:pt x="37116" y="8517"/>
                    <a:pt x="37385" y="8428"/>
                  </a:cubicBezTo>
                  <a:cubicBezTo>
                    <a:pt x="37776" y="8304"/>
                    <a:pt x="38184" y="8198"/>
                    <a:pt x="38752" y="8056"/>
                  </a:cubicBezTo>
                  <a:lnTo>
                    <a:pt x="38752" y="8056"/>
                  </a:lnTo>
                  <a:cubicBezTo>
                    <a:pt x="38412" y="9075"/>
                    <a:pt x="37909" y="9331"/>
                    <a:pt x="37373" y="9331"/>
                  </a:cubicBezTo>
                  <a:cubicBezTo>
                    <a:pt x="36833" y="9331"/>
                    <a:pt x="36258" y="9072"/>
                    <a:pt x="35779" y="9072"/>
                  </a:cubicBezTo>
                  <a:cubicBezTo>
                    <a:pt x="35690" y="9072"/>
                    <a:pt x="35604" y="9081"/>
                    <a:pt x="35522" y="9102"/>
                  </a:cubicBezTo>
                  <a:lnTo>
                    <a:pt x="33162" y="11977"/>
                  </a:lnTo>
                  <a:lnTo>
                    <a:pt x="28585" y="11037"/>
                  </a:lnTo>
                  <a:lnTo>
                    <a:pt x="31832" y="10238"/>
                  </a:lnTo>
                  <a:cubicBezTo>
                    <a:pt x="32825" y="8162"/>
                    <a:pt x="33127" y="7062"/>
                    <a:pt x="32914" y="6228"/>
                  </a:cubicBezTo>
                  <a:lnTo>
                    <a:pt x="36108" y="3531"/>
                  </a:lnTo>
                  <a:close/>
                  <a:moveTo>
                    <a:pt x="38947" y="36232"/>
                  </a:moveTo>
                  <a:lnTo>
                    <a:pt x="38947" y="36232"/>
                  </a:lnTo>
                  <a:cubicBezTo>
                    <a:pt x="40402" y="36374"/>
                    <a:pt x="40561" y="37705"/>
                    <a:pt x="41253" y="38486"/>
                  </a:cubicBezTo>
                  <a:cubicBezTo>
                    <a:pt x="40278" y="40029"/>
                    <a:pt x="42194" y="41076"/>
                    <a:pt x="41963" y="42673"/>
                  </a:cubicBezTo>
                  <a:cubicBezTo>
                    <a:pt x="41786" y="43862"/>
                    <a:pt x="42833" y="45264"/>
                    <a:pt x="43241" y="46648"/>
                  </a:cubicBezTo>
                  <a:cubicBezTo>
                    <a:pt x="43560" y="47641"/>
                    <a:pt x="43507" y="48741"/>
                    <a:pt x="43046" y="49699"/>
                  </a:cubicBezTo>
                  <a:lnTo>
                    <a:pt x="40473" y="45760"/>
                  </a:lnTo>
                  <a:cubicBezTo>
                    <a:pt x="41449" y="42726"/>
                    <a:pt x="39160" y="39728"/>
                    <a:pt x="38947" y="36232"/>
                  </a:cubicBezTo>
                  <a:close/>
                  <a:moveTo>
                    <a:pt x="36430" y="1"/>
                  </a:moveTo>
                  <a:cubicBezTo>
                    <a:pt x="35873" y="1"/>
                    <a:pt x="35316" y="87"/>
                    <a:pt x="34759" y="284"/>
                  </a:cubicBezTo>
                  <a:cubicBezTo>
                    <a:pt x="33659" y="657"/>
                    <a:pt x="32346" y="870"/>
                    <a:pt x="31885" y="2005"/>
                  </a:cubicBezTo>
                  <a:cubicBezTo>
                    <a:pt x="31264" y="3567"/>
                    <a:pt x="29809" y="3549"/>
                    <a:pt x="28656" y="3992"/>
                  </a:cubicBezTo>
                  <a:cubicBezTo>
                    <a:pt x="26331" y="4826"/>
                    <a:pt x="26012" y="5465"/>
                    <a:pt x="27006" y="7683"/>
                  </a:cubicBezTo>
                  <a:lnTo>
                    <a:pt x="29791" y="7736"/>
                  </a:lnTo>
                  <a:lnTo>
                    <a:pt x="29046" y="10327"/>
                  </a:lnTo>
                  <a:lnTo>
                    <a:pt x="28425" y="7736"/>
                  </a:lnTo>
                  <a:lnTo>
                    <a:pt x="26633" y="11143"/>
                  </a:lnTo>
                  <a:cubicBezTo>
                    <a:pt x="25746" y="11374"/>
                    <a:pt x="24734" y="11391"/>
                    <a:pt x="24113" y="11870"/>
                  </a:cubicBezTo>
                  <a:cubicBezTo>
                    <a:pt x="22960" y="12775"/>
                    <a:pt x="21328" y="12509"/>
                    <a:pt x="20352" y="13680"/>
                  </a:cubicBezTo>
                  <a:lnTo>
                    <a:pt x="19695" y="12900"/>
                  </a:lnTo>
                  <a:lnTo>
                    <a:pt x="18808" y="14106"/>
                  </a:lnTo>
                  <a:cubicBezTo>
                    <a:pt x="18523" y="13971"/>
                    <a:pt x="18518" y="13452"/>
                    <a:pt x="18160" y="13452"/>
                  </a:cubicBezTo>
                  <a:cubicBezTo>
                    <a:pt x="18049" y="13452"/>
                    <a:pt x="17905" y="13501"/>
                    <a:pt x="17708" y="13627"/>
                  </a:cubicBezTo>
                  <a:lnTo>
                    <a:pt x="18560" y="17193"/>
                  </a:lnTo>
                  <a:cubicBezTo>
                    <a:pt x="17972" y="17718"/>
                    <a:pt x="17385" y="18062"/>
                    <a:pt x="16823" y="18062"/>
                  </a:cubicBezTo>
                  <a:cubicBezTo>
                    <a:pt x="16435" y="18062"/>
                    <a:pt x="16059" y="17897"/>
                    <a:pt x="15703" y="17513"/>
                  </a:cubicBezTo>
                  <a:cubicBezTo>
                    <a:pt x="14869" y="16626"/>
                    <a:pt x="13929" y="16750"/>
                    <a:pt x="13112" y="16643"/>
                  </a:cubicBezTo>
                  <a:lnTo>
                    <a:pt x="11196" y="21381"/>
                  </a:lnTo>
                  <a:cubicBezTo>
                    <a:pt x="11922" y="22616"/>
                    <a:pt x="12753" y="22986"/>
                    <a:pt x="13632" y="22986"/>
                  </a:cubicBezTo>
                  <a:cubicBezTo>
                    <a:pt x="14835" y="22986"/>
                    <a:pt x="16130" y="22292"/>
                    <a:pt x="17371" y="22179"/>
                  </a:cubicBezTo>
                  <a:lnTo>
                    <a:pt x="17868" y="20618"/>
                  </a:lnTo>
                  <a:cubicBezTo>
                    <a:pt x="19961" y="20600"/>
                    <a:pt x="19961" y="20600"/>
                    <a:pt x="21594" y="18879"/>
                  </a:cubicBezTo>
                  <a:lnTo>
                    <a:pt x="22587" y="19784"/>
                  </a:lnTo>
                  <a:lnTo>
                    <a:pt x="24646" y="19181"/>
                  </a:lnTo>
                  <a:lnTo>
                    <a:pt x="28762" y="24788"/>
                  </a:lnTo>
                  <a:lnTo>
                    <a:pt x="24930" y="23971"/>
                  </a:lnTo>
                  <a:lnTo>
                    <a:pt x="24930" y="23971"/>
                  </a:lnTo>
                  <a:lnTo>
                    <a:pt x="26544" y="25746"/>
                  </a:lnTo>
                  <a:cubicBezTo>
                    <a:pt x="28177" y="25604"/>
                    <a:pt x="29507" y="24930"/>
                    <a:pt x="30182" y="23209"/>
                  </a:cubicBezTo>
                  <a:cubicBezTo>
                    <a:pt x="29738" y="22747"/>
                    <a:pt x="29365" y="22321"/>
                    <a:pt x="28957" y="21949"/>
                  </a:cubicBezTo>
                  <a:cubicBezTo>
                    <a:pt x="28017" y="21150"/>
                    <a:pt x="27165" y="20352"/>
                    <a:pt x="27502" y="18400"/>
                  </a:cubicBezTo>
                  <a:lnTo>
                    <a:pt x="27502" y="18400"/>
                  </a:lnTo>
                  <a:cubicBezTo>
                    <a:pt x="28336" y="19678"/>
                    <a:pt x="28709" y="20902"/>
                    <a:pt x="29472" y="21239"/>
                  </a:cubicBezTo>
                  <a:cubicBezTo>
                    <a:pt x="30678" y="21771"/>
                    <a:pt x="30785" y="22641"/>
                    <a:pt x="30927" y="23617"/>
                  </a:cubicBezTo>
                  <a:cubicBezTo>
                    <a:pt x="31016" y="24255"/>
                    <a:pt x="30874" y="24965"/>
                    <a:pt x="31087" y="25551"/>
                  </a:cubicBezTo>
                  <a:cubicBezTo>
                    <a:pt x="31282" y="26083"/>
                    <a:pt x="31832" y="26473"/>
                    <a:pt x="32187" y="26952"/>
                  </a:cubicBezTo>
                  <a:cubicBezTo>
                    <a:pt x="32275" y="27077"/>
                    <a:pt x="32329" y="27236"/>
                    <a:pt x="32329" y="27396"/>
                  </a:cubicBezTo>
                  <a:lnTo>
                    <a:pt x="34369" y="26225"/>
                  </a:lnTo>
                  <a:cubicBezTo>
                    <a:pt x="33860" y="25322"/>
                    <a:pt x="33670" y="24632"/>
                    <a:pt x="34867" y="24632"/>
                  </a:cubicBezTo>
                  <a:cubicBezTo>
                    <a:pt x="34964" y="24632"/>
                    <a:pt x="35070" y="24636"/>
                    <a:pt x="35185" y="24646"/>
                  </a:cubicBezTo>
                  <a:cubicBezTo>
                    <a:pt x="35416" y="25462"/>
                    <a:pt x="35718" y="26189"/>
                    <a:pt x="35753" y="26917"/>
                  </a:cubicBezTo>
                  <a:cubicBezTo>
                    <a:pt x="35859" y="28390"/>
                    <a:pt x="37013" y="29011"/>
                    <a:pt x="38024" y="29224"/>
                  </a:cubicBezTo>
                  <a:cubicBezTo>
                    <a:pt x="38126" y="29247"/>
                    <a:pt x="38227" y="29254"/>
                    <a:pt x="38330" y="29254"/>
                  </a:cubicBezTo>
                  <a:cubicBezTo>
                    <a:pt x="38476" y="29254"/>
                    <a:pt x="38623" y="29240"/>
                    <a:pt x="38773" y="29240"/>
                  </a:cubicBezTo>
                  <a:cubicBezTo>
                    <a:pt x="39073" y="29240"/>
                    <a:pt x="39384" y="29296"/>
                    <a:pt x="39710" y="29632"/>
                  </a:cubicBezTo>
                  <a:cubicBezTo>
                    <a:pt x="39812" y="29734"/>
                    <a:pt x="39986" y="29769"/>
                    <a:pt x="40202" y="29769"/>
                  </a:cubicBezTo>
                  <a:cubicBezTo>
                    <a:pt x="40620" y="29769"/>
                    <a:pt x="41193" y="29637"/>
                    <a:pt x="41697" y="29614"/>
                  </a:cubicBezTo>
                  <a:lnTo>
                    <a:pt x="41697" y="29614"/>
                  </a:lnTo>
                  <a:cubicBezTo>
                    <a:pt x="41182" y="31175"/>
                    <a:pt x="41608" y="32825"/>
                    <a:pt x="39657" y="33517"/>
                  </a:cubicBezTo>
                  <a:cubicBezTo>
                    <a:pt x="37368" y="32683"/>
                    <a:pt x="34369" y="33198"/>
                    <a:pt x="32488" y="30608"/>
                  </a:cubicBezTo>
                  <a:cubicBezTo>
                    <a:pt x="32240" y="30253"/>
                    <a:pt x="31388" y="30306"/>
                    <a:pt x="30820" y="30217"/>
                  </a:cubicBezTo>
                  <a:cubicBezTo>
                    <a:pt x="30607" y="30217"/>
                    <a:pt x="30395" y="30270"/>
                    <a:pt x="30182" y="30324"/>
                  </a:cubicBezTo>
                  <a:lnTo>
                    <a:pt x="29507" y="32151"/>
                  </a:lnTo>
                  <a:cubicBezTo>
                    <a:pt x="27875" y="31246"/>
                    <a:pt x="26686" y="29969"/>
                    <a:pt x="25373" y="29259"/>
                  </a:cubicBezTo>
                  <a:cubicBezTo>
                    <a:pt x="23918" y="28496"/>
                    <a:pt x="23794" y="27431"/>
                    <a:pt x="23794" y="26456"/>
                  </a:cubicBezTo>
                  <a:cubicBezTo>
                    <a:pt x="23808" y="24745"/>
                    <a:pt x="23906" y="24354"/>
                    <a:pt x="23055" y="24354"/>
                  </a:cubicBezTo>
                  <a:cubicBezTo>
                    <a:pt x="22802" y="24354"/>
                    <a:pt x="22466" y="24388"/>
                    <a:pt x="22020" y="24433"/>
                  </a:cubicBezTo>
                  <a:cubicBezTo>
                    <a:pt x="21712" y="24458"/>
                    <a:pt x="21377" y="24558"/>
                    <a:pt x="21074" y="24558"/>
                  </a:cubicBezTo>
                  <a:cubicBezTo>
                    <a:pt x="20958" y="24558"/>
                    <a:pt x="20846" y="24543"/>
                    <a:pt x="20742" y="24504"/>
                  </a:cubicBezTo>
                  <a:cubicBezTo>
                    <a:pt x="20157" y="24291"/>
                    <a:pt x="19678" y="23670"/>
                    <a:pt x="19092" y="23546"/>
                  </a:cubicBezTo>
                  <a:cubicBezTo>
                    <a:pt x="19019" y="23530"/>
                    <a:pt x="18944" y="23524"/>
                    <a:pt x="18868" y="23524"/>
                  </a:cubicBezTo>
                  <a:cubicBezTo>
                    <a:pt x="18388" y="23524"/>
                    <a:pt x="17849" y="23788"/>
                    <a:pt x="17363" y="23788"/>
                  </a:cubicBezTo>
                  <a:cubicBezTo>
                    <a:pt x="17305" y="23788"/>
                    <a:pt x="17249" y="23784"/>
                    <a:pt x="17193" y="23776"/>
                  </a:cubicBezTo>
                  <a:cubicBezTo>
                    <a:pt x="17025" y="23751"/>
                    <a:pt x="16855" y="23741"/>
                    <a:pt x="16686" y="23741"/>
                  </a:cubicBezTo>
                  <a:cubicBezTo>
                    <a:pt x="15885" y="23741"/>
                    <a:pt x="15077" y="23971"/>
                    <a:pt x="14280" y="23971"/>
                  </a:cubicBezTo>
                  <a:cubicBezTo>
                    <a:pt x="13809" y="23971"/>
                    <a:pt x="13342" y="23890"/>
                    <a:pt x="12882" y="23634"/>
                  </a:cubicBezTo>
                  <a:cubicBezTo>
                    <a:pt x="12688" y="23891"/>
                    <a:pt x="12389" y="23939"/>
                    <a:pt x="12067" y="23939"/>
                  </a:cubicBezTo>
                  <a:cubicBezTo>
                    <a:pt x="11878" y="23939"/>
                    <a:pt x="11682" y="23923"/>
                    <a:pt x="11494" y="23923"/>
                  </a:cubicBezTo>
                  <a:cubicBezTo>
                    <a:pt x="11005" y="23923"/>
                    <a:pt x="10573" y="24032"/>
                    <a:pt x="10486" y="24823"/>
                  </a:cubicBezTo>
                  <a:cubicBezTo>
                    <a:pt x="8943" y="25125"/>
                    <a:pt x="8925" y="26935"/>
                    <a:pt x="7594" y="27644"/>
                  </a:cubicBezTo>
                  <a:cubicBezTo>
                    <a:pt x="6636" y="28159"/>
                    <a:pt x="5270" y="28461"/>
                    <a:pt x="4720" y="29365"/>
                  </a:cubicBezTo>
                  <a:cubicBezTo>
                    <a:pt x="3992" y="30554"/>
                    <a:pt x="2733" y="30874"/>
                    <a:pt x="1899" y="31779"/>
                  </a:cubicBezTo>
                  <a:cubicBezTo>
                    <a:pt x="1420" y="32311"/>
                    <a:pt x="1100" y="33021"/>
                    <a:pt x="692" y="33695"/>
                  </a:cubicBezTo>
                  <a:lnTo>
                    <a:pt x="2058" y="34529"/>
                  </a:lnTo>
                  <a:lnTo>
                    <a:pt x="0" y="40331"/>
                  </a:lnTo>
                  <a:cubicBezTo>
                    <a:pt x="568" y="41839"/>
                    <a:pt x="1828" y="42460"/>
                    <a:pt x="1579" y="43844"/>
                  </a:cubicBezTo>
                  <a:cubicBezTo>
                    <a:pt x="1526" y="44093"/>
                    <a:pt x="4542" y="47659"/>
                    <a:pt x="4720" y="47677"/>
                  </a:cubicBezTo>
                  <a:cubicBezTo>
                    <a:pt x="6407" y="47823"/>
                    <a:pt x="7973" y="48589"/>
                    <a:pt x="9698" y="48589"/>
                  </a:cubicBezTo>
                  <a:cubicBezTo>
                    <a:pt x="10059" y="48589"/>
                    <a:pt x="10428" y="48555"/>
                    <a:pt x="10806" y="48475"/>
                  </a:cubicBezTo>
                  <a:cubicBezTo>
                    <a:pt x="10987" y="48438"/>
                    <a:pt x="11194" y="48420"/>
                    <a:pt x="11413" y="48420"/>
                  </a:cubicBezTo>
                  <a:cubicBezTo>
                    <a:pt x="12352" y="48420"/>
                    <a:pt x="13516" y="48748"/>
                    <a:pt x="13875" y="49309"/>
                  </a:cubicBezTo>
                  <a:cubicBezTo>
                    <a:pt x="14692" y="50587"/>
                    <a:pt x="15916" y="50622"/>
                    <a:pt x="17140" y="51048"/>
                  </a:cubicBezTo>
                  <a:lnTo>
                    <a:pt x="16076" y="56140"/>
                  </a:lnTo>
                  <a:cubicBezTo>
                    <a:pt x="17477" y="57542"/>
                    <a:pt x="16874" y="59405"/>
                    <a:pt x="17513" y="60896"/>
                  </a:cubicBezTo>
                  <a:cubicBezTo>
                    <a:pt x="17939" y="61907"/>
                    <a:pt x="17566" y="62439"/>
                    <a:pt x="17105" y="63291"/>
                  </a:cubicBezTo>
                  <a:cubicBezTo>
                    <a:pt x="16484" y="64409"/>
                    <a:pt x="14922" y="65544"/>
                    <a:pt x="15526" y="66751"/>
                  </a:cubicBezTo>
                  <a:cubicBezTo>
                    <a:pt x="16359" y="68454"/>
                    <a:pt x="16218" y="70264"/>
                    <a:pt x="16218" y="71879"/>
                  </a:cubicBezTo>
                  <a:cubicBezTo>
                    <a:pt x="16218" y="73795"/>
                    <a:pt x="17726" y="75427"/>
                    <a:pt x="16697" y="77361"/>
                  </a:cubicBezTo>
                  <a:cubicBezTo>
                    <a:pt x="17566" y="77539"/>
                    <a:pt x="18134" y="77610"/>
                    <a:pt x="18684" y="77787"/>
                  </a:cubicBezTo>
                  <a:cubicBezTo>
                    <a:pt x="19160" y="77941"/>
                    <a:pt x="19615" y="78007"/>
                    <a:pt x="20054" y="78007"/>
                  </a:cubicBezTo>
                  <a:cubicBezTo>
                    <a:pt x="21942" y="78007"/>
                    <a:pt x="23543" y="76798"/>
                    <a:pt x="25284" y="76208"/>
                  </a:cubicBezTo>
                  <a:cubicBezTo>
                    <a:pt x="25497" y="74416"/>
                    <a:pt x="27183" y="74310"/>
                    <a:pt x="28336" y="73671"/>
                  </a:cubicBezTo>
                  <a:cubicBezTo>
                    <a:pt x="29472" y="73032"/>
                    <a:pt x="29064" y="71826"/>
                    <a:pt x="29436" y="71240"/>
                  </a:cubicBezTo>
                  <a:cubicBezTo>
                    <a:pt x="30359" y="70814"/>
                    <a:pt x="31051" y="70495"/>
                    <a:pt x="31761" y="70175"/>
                  </a:cubicBezTo>
                  <a:cubicBezTo>
                    <a:pt x="32701" y="69750"/>
                    <a:pt x="34032" y="69998"/>
                    <a:pt x="34351" y="68472"/>
                  </a:cubicBezTo>
                  <a:cubicBezTo>
                    <a:pt x="34564" y="67407"/>
                    <a:pt x="35593" y="66680"/>
                    <a:pt x="35682" y="65456"/>
                  </a:cubicBezTo>
                  <a:cubicBezTo>
                    <a:pt x="35789" y="64196"/>
                    <a:pt x="36179" y="62972"/>
                    <a:pt x="36427" y="61783"/>
                  </a:cubicBezTo>
                  <a:cubicBezTo>
                    <a:pt x="38255" y="60576"/>
                    <a:pt x="39869" y="58979"/>
                    <a:pt x="41786" y="58376"/>
                  </a:cubicBezTo>
                  <a:cubicBezTo>
                    <a:pt x="44997" y="57365"/>
                    <a:pt x="46843" y="55306"/>
                    <a:pt x="48156" y="52432"/>
                  </a:cubicBezTo>
                  <a:cubicBezTo>
                    <a:pt x="47847" y="52304"/>
                    <a:pt x="47534" y="52259"/>
                    <a:pt x="47221" y="52259"/>
                  </a:cubicBezTo>
                  <a:cubicBezTo>
                    <a:pt x="46487" y="52259"/>
                    <a:pt x="45750" y="52505"/>
                    <a:pt x="45050" y="52505"/>
                  </a:cubicBezTo>
                  <a:cubicBezTo>
                    <a:pt x="44519" y="52505"/>
                    <a:pt x="44011" y="52363"/>
                    <a:pt x="43542" y="51864"/>
                  </a:cubicBezTo>
                  <a:cubicBezTo>
                    <a:pt x="44838" y="50108"/>
                    <a:pt x="44909" y="50037"/>
                    <a:pt x="46293" y="49859"/>
                  </a:cubicBezTo>
                  <a:cubicBezTo>
                    <a:pt x="49646" y="49451"/>
                    <a:pt x="52822" y="48599"/>
                    <a:pt x="55395" y="46222"/>
                  </a:cubicBezTo>
                  <a:cubicBezTo>
                    <a:pt x="55484" y="45760"/>
                    <a:pt x="55697" y="45281"/>
                    <a:pt x="55643" y="44838"/>
                  </a:cubicBezTo>
                  <a:cubicBezTo>
                    <a:pt x="55519" y="44022"/>
                    <a:pt x="55359" y="43205"/>
                    <a:pt x="55164" y="42389"/>
                  </a:cubicBezTo>
                  <a:lnTo>
                    <a:pt x="54224" y="42886"/>
                  </a:lnTo>
                  <a:lnTo>
                    <a:pt x="53887" y="41254"/>
                  </a:lnTo>
                  <a:lnTo>
                    <a:pt x="53017" y="42655"/>
                  </a:lnTo>
                  <a:cubicBezTo>
                    <a:pt x="51775" y="40810"/>
                    <a:pt x="49327" y="39763"/>
                    <a:pt x="49735" y="36906"/>
                  </a:cubicBezTo>
                  <a:lnTo>
                    <a:pt x="49735" y="36906"/>
                  </a:lnTo>
                  <a:cubicBezTo>
                    <a:pt x="51738" y="37643"/>
                    <a:pt x="51709" y="40841"/>
                    <a:pt x="54224" y="40841"/>
                  </a:cubicBezTo>
                  <a:cubicBezTo>
                    <a:pt x="54315" y="40841"/>
                    <a:pt x="54410" y="40836"/>
                    <a:pt x="54508" y="40828"/>
                  </a:cubicBezTo>
                  <a:cubicBezTo>
                    <a:pt x="55927" y="42620"/>
                    <a:pt x="57968" y="43134"/>
                    <a:pt x="59831" y="43365"/>
                  </a:cubicBezTo>
                  <a:lnTo>
                    <a:pt x="61091" y="47286"/>
                  </a:lnTo>
                  <a:lnTo>
                    <a:pt x="62244" y="46683"/>
                  </a:lnTo>
                  <a:lnTo>
                    <a:pt x="61215" y="57010"/>
                  </a:lnTo>
                  <a:cubicBezTo>
                    <a:pt x="61641" y="57382"/>
                    <a:pt x="62102" y="57613"/>
                    <a:pt x="62208" y="57950"/>
                  </a:cubicBezTo>
                  <a:cubicBezTo>
                    <a:pt x="62350" y="58411"/>
                    <a:pt x="62226" y="58944"/>
                    <a:pt x="62226" y="59547"/>
                  </a:cubicBezTo>
                  <a:cubicBezTo>
                    <a:pt x="64054" y="58323"/>
                    <a:pt x="61783" y="56531"/>
                    <a:pt x="63397" y="55164"/>
                  </a:cubicBezTo>
                  <a:cubicBezTo>
                    <a:pt x="64338" y="54348"/>
                    <a:pt x="63894" y="52503"/>
                    <a:pt x="65420" y="51421"/>
                  </a:cubicBezTo>
                  <a:cubicBezTo>
                    <a:pt x="66236" y="50835"/>
                    <a:pt x="66627" y="49575"/>
                    <a:pt x="67407" y="48670"/>
                  </a:cubicBezTo>
                  <a:cubicBezTo>
                    <a:pt x="71098" y="31370"/>
                    <a:pt x="63805" y="13556"/>
                    <a:pt x="49451" y="3265"/>
                  </a:cubicBezTo>
                  <a:lnTo>
                    <a:pt x="47836" y="4223"/>
                  </a:lnTo>
                  <a:lnTo>
                    <a:pt x="47286" y="3425"/>
                  </a:lnTo>
                  <a:lnTo>
                    <a:pt x="45068" y="5465"/>
                  </a:lnTo>
                  <a:lnTo>
                    <a:pt x="44802" y="2963"/>
                  </a:lnTo>
                  <a:cubicBezTo>
                    <a:pt x="44483" y="4383"/>
                    <a:pt x="44412" y="5554"/>
                    <a:pt x="43383" y="6193"/>
                  </a:cubicBezTo>
                  <a:lnTo>
                    <a:pt x="41094" y="4844"/>
                  </a:lnTo>
                  <a:lnTo>
                    <a:pt x="41253" y="4702"/>
                  </a:lnTo>
                  <a:lnTo>
                    <a:pt x="43436" y="4525"/>
                  </a:lnTo>
                  <a:cubicBezTo>
                    <a:pt x="43312" y="3975"/>
                    <a:pt x="43329" y="3673"/>
                    <a:pt x="43205" y="3567"/>
                  </a:cubicBezTo>
                  <a:cubicBezTo>
                    <a:pt x="41857" y="2502"/>
                    <a:pt x="40153" y="1934"/>
                    <a:pt x="38929" y="657"/>
                  </a:cubicBezTo>
                  <a:cubicBezTo>
                    <a:pt x="38787" y="497"/>
                    <a:pt x="38592" y="390"/>
                    <a:pt x="38379" y="319"/>
                  </a:cubicBezTo>
                  <a:cubicBezTo>
                    <a:pt x="37729" y="119"/>
                    <a:pt x="37080" y="1"/>
                    <a:pt x="36430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6032245" y="3317811"/>
              <a:ext cx="62149" cy="151155"/>
            </a:xfrm>
            <a:custGeom>
              <a:rect b="b" l="l" r="r" t="t"/>
              <a:pathLst>
                <a:path extrusionOk="0" h="26208" w="10771">
                  <a:moveTo>
                    <a:pt x="266" y="1"/>
                  </a:moveTo>
                  <a:lnTo>
                    <a:pt x="266" y="1"/>
                  </a:lnTo>
                  <a:cubicBezTo>
                    <a:pt x="0" y="9316"/>
                    <a:pt x="2679" y="18489"/>
                    <a:pt x="7914" y="26208"/>
                  </a:cubicBezTo>
                  <a:lnTo>
                    <a:pt x="9014" y="25995"/>
                  </a:lnTo>
                  <a:cubicBezTo>
                    <a:pt x="9954" y="24078"/>
                    <a:pt x="9617" y="22073"/>
                    <a:pt x="9475" y="20068"/>
                  </a:cubicBezTo>
                  <a:cubicBezTo>
                    <a:pt x="9422" y="19412"/>
                    <a:pt x="9120" y="18347"/>
                    <a:pt x="9386" y="18188"/>
                  </a:cubicBezTo>
                  <a:cubicBezTo>
                    <a:pt x="10753" y="17336"/>
                    <a:pt x="10274" y="15881"/>
                    <a:pt x="10770" y="14834"/>
                  </a:cubicBezTo>
                  <a:cubicBezTo>
                    <a:pt x="9777" y="13415"/>
                    <a:pt x="8890" y="12137"/>
                    <a:pt x="7328" y="11161"/>
                  </a:cubicBezTo>
                  <a:cubicBezTo>
                    <a:pt x="5270" y="9901"/>
                    <a:pt x="3194" y="8216"/>
                    <a:pt x="3247" y="5235"/>
                  </a:cubicBezTo>
                  <a:cubicBezTo>
                    <a:pt x="3265" y="4649"/>
                    <a:pt x="2999" y="3709"/>
                    <a:pt x="2591" y="3514"/>
                  </a:cubicBezTo>
                  <a:cubicBezTo>
                    <a:pt x="1295" y="2893"/>
                    <a:pt x="479" y="1562"/>
                    <a:pt x="408" y="604"/>
                  </a:cubicBezTo>
                  <a:cubicBezTo>
                    <a:pt x="373" y="391"/>
                    <a:pt x="337" y="196"/>
                    <a:pt x="266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9"/>
            <p:cNvSpPr/>
            <p:nvPr/>
          </p:nvSpPr>
          <p:spPr>
            <a:xfrm>
              <a:off x="6189159" y="3073176"/>
              <a:ext cx="117131" cy="35868"/>
            </a:xfrm>
            <a:custGeom>
              <a:rect b="b" l="l" r="r" t="t"/>
              <a:pathLst>
                <a:path extrusionOk="0" h="6219" w="20300">
                  <a:moveTo>
                    <a:pt x="17629" y="0"/>
                  </a:moveTo>
                  <a:cubicBezTo>
                    <a:pt x="12187" y="0"/>
                    <a:pt x="6775" y="976"/>
                    <a:pt x="1651" y="2882"/>
                  </a:cubicBezTo>
                  <a:cubicBezTo>
                    <a:pt x="1207" y="3344"/>
                    <a:pt x="764" y="3823"/>
                    <a:pt x="302" y="4266"/>
                  </a:cubicBezTo>
                  <a:cubicBezTo>
                    <a:pt x="1" y="4568"/>
                    <a:pt x="231" y="5402"/>
                    <a:pt x="214" y="6218"/>
                  </a:cubicBezTo>
                  <a:cubicBezTo>
                    <a:pt x="1402" y="5473"/>
                    <a:pt x="2201" y="4834"/>
                    <a:pt x="3141" y="4408"/>
                  </a:cubicBezTo>
                  <a:cubicBezTo>
                    <a:pt x="5525" y="3347"/>
                    <a:pt x="8003" y="2632"/>
                    <a:pt x="10607" y="2632"/>
                  </a:cubicBezTo>
                  <a:cubicBezTo>
                    <a:pt x="11182" y="2632"/>
                    <a:pt x="11763" y="2666"/>
                    <a:pt x="12350" y="2740"/>
                  </a:cubicBezTo>
                  <a:cubicBezTo>
                    <a:pt x="12586" y="2362"/>
                    <a:pt x="12876" y="2257"/>
                    <a:pt x="13186" y="2257"/>
                  </a:cubicBezTo>
                  <a:cubicBezTo>
                    <a:pt x="13571" y="2257"/>
                    <a:pt x="13986" y="2419"/>
                    <a:pt x="14364" y="2419"/>
                  </a:cubicBezTo>
                  <a:cubicBezTo>
                    <a:pt x="14550" y="2419"/>
                    <a:pt x="14727" y="2379"/>
                    <a:pt x="14887" y="2261"/>
                  </a:cubicBezTo>
                  <a:cubicBezTo>
                    <a:pt x="16502" y="1072"/>
                    <a:pt x="18472" y="718"/>
                    <a:pt x="20299" y="79"/>
                  </a:cubicBezTo>
                  <a:cubicBezTo>
                    <a:pt x="19409" y="26"/>
                    <a:pt x="18519" y="0"/>
                    <a:pt x="17629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6123036" y="3116815"/>
              <a:ext cx="22734" cy="17095"/>
            </a:xfrm>
            <a:custGeom>
              <a:rect b="b" l="l" r="r" t="t"/>
              <a:pathLst>
                <a:path extrusionOk="0" h="2964" w="3940">
                  <a:moveTo>
                    <a:pt x="3940" y="1"/>
                  </a:moveTo>
                  <a:lnTo>
                    <a:pt x="3940" y="1"/>
                  </a:lnTo>
                  <a:cubicBezTo>
                    <a:pt x="2573" y="923"/>
                    <a:pt x="1260" y="1899"/>
                    <a:pt x="1" y="2964"/>
                  </a:cubicBezTo>
                  <a:cubicBezTo>
                    <a:pt x="1651" y="2839"/>
                    <a:pt x="2964" y="2094"/>
                    <a:pt x="3656" y="568"/>
                  </a:cubicBezTo>
                  <a:cubicBezTo>
                    <a:pt x="3744" y="373"/>
                    <a:pt x="3833" y="196"/>
                    <a:pt x="3940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6099493" y="3152223"/>
              <a:ext cx="3999" cy="4205"/>
            </a:xfrm>
            <a:custGeom>
              <a:rect b="b" l="l" r="r" t="t"/>
              <a:pathLst>
                <a:path extrusionOk="0" h="729" w="693">
                  <a:moveTo>
                    <a:pt x="693" y="1"/>
                  </a:moveTo>
                  <a:cubicBezTo>
                    <a:pt x="462" y="231"/>
                    <a:pt x="231" y="480"/>
                    <a:pt x="1" y="728"/>
                  </a:cubicBezTo>
                  <a:cubicBezTo>
                    <a:pt x="284" y="533"/>
                    <a:pt x="533" y="285"/>
                    <a:pt x="693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6350890" y="3500386"/>
              <a:ext cx="45156" cy="42581"/>
            </a:xfrm>
            <a:custGeom>
              <a:rect b="b" l="l" r="r" t="t"/>
              <a:pathLst>
                <a:path extrusionOk="0" h="7383" w="7826">
                  <a:moveTo>
                    <a:pt x="7648" y="1"/>
                  </a:moveTo>
                  <a:lnTo>
                    <a:pt x="7648" y="1"/>
                  </a:lnTo>
                  <a:cubicBezTo>
                    <a:pt x="6488" y="417"/>
                    <a:pt x="5728" y="1543"/>
                    <a:pt x="4541" y="1543"/>
                  </a:cubicBezTo>
                  <a:cubicBezTo>
                    <a:pt x="4311" y="1543"/>
                    <a:pt x="4065" y="1501"/>
                    <a:pt x="3797" y="1403"/>
                  </a:cubicBezTo>
                  <a:cubicBezTo>
                    <a:pt x="3766" y="1397"/>
                    <a:pt x="3735" y="1395"/>
                    <a:pt x="3704" y="1395"/>
                  </a:cubicBezTo>
                  <a:cubicBezTo>
                    <a:pt x="3523" y="1395"/>
                    <a:pt x="3348" y="1482"/>
                    <a:pt x="3212" y="1633"/>
                  </a:cubicBezTo>
                  <a:cubicBezTo>
                    <a:pt x="2520" y="3567"/>
                    <a:pt x="142" y="4490"/>
                    <a:pt x="0" y="7045"/>
                  </a:cubicBezTo>
                  <a:lnTo>
                    <a:pt x="1633" y="7382"/>
                  </a:lnTo>
                  <a:cubicBezTo>
                    <a:pt x="2662" y="6353"/>
                    <a:pt x="3655" y="5306"/>
                    <a:pt x="4844" y="4419"/>
                  </a:cubicBezTo>
                  <a:cubicBezTo>
                    <a:pt x="6211" y="3390"/>
                    <a:pt x="7825" y="2219"/>
                    <a:pt x="7648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9"/>
            <p:cNvSpPr/>
            <p:nvPr/>
          </p:nvSpPr>
          <p:spPr>
            <a:xfrm>
              <a:off x="6263064" y="3138409"/>
              <a:ext cx="28469" cy="38688"/>
            </a:xfrm>
            <a:custGeom>
              <a:rect b="b" l="l" r="r" t="t"/>
              <a:pathLst>
                <a:path extrusionOk="0" h="6708" w="4934">
                  <a:moveTo>
                    <a:pt x="2094" y="0"/>
                  </a:moveTo>
                  <a:lnTo>
                    <a:pt x="2094" y="0"/>
                  </a:lnTo>
                  <a:cubicBezTo>
                    <a:pt x="0" y="1420"/>
                    <a:pt x="3052" y="2467"/>
                    <a:pt x="1988" y="4454"/>
                  </a:cubicBezTo>
                  <a:lnTo>
                    <a:pt x="817" y="4756"/>
                  </a:lnTo>
                  <a:cubicBezTo>
                    <a:pt x="1243" y="6707"/>
                    <a:pt x="2822" y="6228"/>
                    <a:pt x="3851" y="6619"/>
                  </a:cubicBezTo>
                  <a:lnTo>
                    <a:pt x="4933" y="5430"/>
                  </a:lnTo>
                  <a:cubicBezTo>
                    <a:pt x="4685" y="3993"/>
                    <a:pt x="2768" y="2875"/>
                    <a:pt x="4206" y="1207"/>
                  </a:cubicBezTo>
                  <a:cubicBezTo>
                    <a:pt x="3883" y="979"/>
                    <a:pt x="3846" y="221"/>
                    <a:pt x="3400" y="221"/>
                  </a:cubicBezTo>
                  <a:cubicBezTo>
                    <a:pt x="3257" y="221"/>
                    <a:pt x="3072" y="299"/>
                    <a:pt x="2822" y="497"/>
                  </a:cubicBezTo>
                  <a:cubicBezTo>
                    <a:pt x="2815" y="502"/>
                    <a:pt x="2807" y="505"/>
                    <a:pt x="2796" y="505"/>
                  </a:cubicBezTo>
                  <a:cubicBezTo>
                    <a:pt x="2667" y="505"/>
                    <a:pt x="2259" y="115"/>
                    <a:pt x="2094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9"/>
            <p:cNvSpPr/>
            <p:nvPr/>
          </p:nvSpPr>
          <p:spPr>
            <a:xfrm>
              <a:off x="6251907" y="3097504"/>
              <a:ext cx="26011" cy="13686"/>
            </a:xfrm>
            <a:custGeom>
              <a:rect b="b" l="l" r="r" t="t"/>
              <a:pathLst>
                <a:path extrusionOk="0" h="2373" w="4508">
                  <a:moveTo>
                    <a:pt x="1606" y="0"/>
                  </a:moveTo>
                  <a:cubicBezTo>
                    <a:pt x="1091" y="0"/>
                    <a:pt x="558" y="171"/>
                    <a:pt x="0" y="723"/>
                  </a:cubicBezTo>
                  <a:cubicBezTo>
                    <a:pt x="430" y="1555"/>
                    <a:pt x="972" y="2195"/>
                    <a:pt x="1679" y="2195"/>
                  </a:cubicBezTo>
                  <a:cubicBezTo>
                    <a:pt x="1906" y="2195"/>
                    <a:pt x="2151" y="2129"/>
                    <a:pt x="2414" y="1982"/>
                  </a:cubicBezTo>
                  <a:cubicBezTo>
                    <a:pt x="2981" y="1663"/>
                    <a:pt x="4507" y="2373"/>
                    <a:pt x="4064" y="456"/>
                  </a:cubicBezTo>
                  <a:lnTo>
                    <a:pt x="4064" y="456"/>
                  </a:lnTo>
                  <a:cubicBezTo>
                    <a:pt x="4046" y="457"/>
                    <a:pt x="4028" y="457"/>
                    <a:pt x="4010" y="457"/>
                  </a:cubicBezTo>
                  <a:cubicBezTo>
                    <a:pt x="3239" y="457"/>
                    <a:pt x="2447" y="0"/>
                    <a:pt x="1606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6251498" y="3152108"/>
              <a:ext cx="21609" cy="17008"/>
            </a:xfrm>
            <a:custGeom>
              <a:rect b="b" l="l" r="r" t="t"/>
              <a:pathLst>
                <a:path extrusionOk="0" h="2949" w="3745">
                  <a:moveTo>
                    <a:pt x="1345" y="1"/>
                  </a:moveTo>
                  <a:cubicBezTo>
                    <a:pt x="985" y="1"/>
                    <a:pt x="770" y="142"/>
                    <a:pt x="568" y="429"/>
                  </a:cubicBezTo>
                  <a:cubicBezTo>
                    <a:pt x="213" y="943"/>
                    <a:pt x="249" y="1706"/>
                    <a:pt x="0" y="2948"/>
                  </a:cubicBezTo>
                  <a:lnTo>
                    <a:pt x="3744" y="695"/>
                  </a:lnTo>
                  <a:cubicBezTo>
                    <a:pt x="2515" y="235"/>
                    <a:pt x="1810" y="1"/>
                    <a:pt x="1345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5F81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6000718" y="3070557"/>
              <a:ext cx="587865" cy="517731"/>
            </a:xfrm>
            <a:custGeom>
              <a:rect b="b" l="l" r="r" t="t"/>
              <a:pathLst>
                <a:path extrusionOk="0" h="89767" w="101883">
                  <a:moveTo>
                    <a:pt x="50267" y="444"/>
                  </a:moveTo>
                  <a:cubicBezTo>
                    <a:pt x="55590" y="462"/>
                    <a:pt x="60878" y="1384"/>
                    <a:pt x="65881" y="3177"/>
                  </a:cubicBezTo>
                  <a:cubicBezTo>
                    <a:pt x="89445" y="11622"/>
                    <a:pt x="101883" y="37138"/>
                    <a:pt x="93614" y="60186"/>
                  </a:cubicBezTo>
                  <a:cubicBezTo>
                    <a:pt x="87173" y="78160"/>
                    <a:pt x="70033" y="89321"/>
                    <a:pt x="51598" y="89321"/>
                  </a:cubicBezTo>
                  <a:cubicBezTo>
                    <a:pt x="46275" y="89321"/>
                    <a:pt x="41005" y="88381"/>
                    <a:pt x="36002" y="86588"/>
                  </a:cubicBezTo>
                  <a:cubicBezTo>
                    <a:pt x="12421" y="78143"/>
                    <a:pt x="0" y="52628"/>
                    <a:pt x="8251" y="29597"/>
                  </a:cubicBezTo>
                  <a:cubicBezTo>
                    <a:pt x="14692" y="11605"/>
                    <a:pt x="31850" y="444"/>
                    <a:pt x="50267" y="444"/>
                  </a:cubicBezTo>
                  <a:close/>
                  <a:moveTo>
                    <a:pt x="50267" y="0"/>
                  </a:moveTo>
                  <a:cubicBezTo>
                    <a:pt x="45672" y="0"/>
                    <a:pt x="41094" y="692"/>
                    <a:pt x="36711" y="2041"/>
                  </a:cubicBezTo>
                  <a:cubicBezTo>
                    <a:pt x="32364" y="3372"/>
                    <a:pt x="28265" y="5359"/>
                    <a:pt x="24504" y="7896"/>
                  </a:cubicBezTo>
                  <a:cubicBezTo>
                    <a:pt x="11640" y="16644"/>
                    <a:pt x="4347" y="31531"/>
                    <a:pt x="5341" y="47056"/>
                  </a:cubicBezTo>
                  <a:cubicBezTo>
                    <a:pt x="5714" y="52858"/>
                    <a:pt x="7222" y="58536"/>
                    <a:pt x="9777" y="63753"/>
                  </a:cubicBezTo>
                  <a:cubicBezTo>
                    <a:pt x="12350" y="69022"/>
                    <a:pt x="15898" y="73760"/>
                    <a:pt x="20245" y="77681"/>
                  </a:cubicBezTo>
                  <a:cubicBezTo>
                    <a:pt x="28930" y="85568"/>
                    <a:pt x="40125" y="89766"/>
                    <a:pt x="51538" y="89766"/>
                  </a:cubicBezTo>
                  <a:cubicBezTo>
                    <a:pt x="56096" y="89766"/>
                    <a:pt x="60690" y="89097"/>
                    <a:pt x="65172" y="87724"/>
                  </a:cubicBezTo>
                  <a:cubicBezTo>
                    <a:pt x="69501" y="86376"/>
                    <a:pt x="73618" y="84406"/>
                    <a:pt x="77361" y="81851"/>
                  </a:cubicBezTo>
                  <a:cubicBezTo>
                    <a:pt x="90225" y="73121"/>
                    <a:pt x="97518" y="58234"/>
                    <a:pt x="96524" y="42709"/>
                  </a:cubicBezTo>
                  <a:cubicBezTo>
                    <a:pt x="96152" y="36907"/>
                    <a:pt x="94643" y="31229"/>
                    <a:pt x="92088" y="26012"/>
                  </a:cubicBezTo>
                  <a:cubicBezTo>
                    <a:pt x="89533" y="20743"/>
                    <a:pt x="85985" y="16005"/>
                    <a:pt x="81620" y="12084"/>
                  </a:cubicBezTo>
                  <a:cubicBezTo>
                    <a:pt x="73032" y="4330"/>
                    <a:pt x="61854" y="36"/>
                    <a:pt x="50285" y="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3E9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8" name="Google Shape;858;p39"/>
          <p:cNvSpPr txBox="1"/>
          <p:nvPr>
            <p:ph type="title"/>
          </p:nvPr>
        </p:nvSpPr>
        <p:spPr>
          <a:xfrm>
            <a:off x="4335913" y="1077297"/>
            <a:ext cx="1329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2030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859" name="Google Shape;859;p39"/>
          <p:cNvSpPr txBox="1"/>
          <p:nvPr>
            <p:ph type="title"/>
          </p:nvPr>
        </p:nvSpPr>
        <p:spPr>
          <a:xfrm>
            <a:off x="6044175" y="756388"/>
            <a:ext cx="18603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23,6 millones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860" name="Google Shape;860;p39"/>
          <p:cNvSpPr/>
          <p:nvPr/>
        </p:nvSpPr>
        <p:spPr>
          <a:xfrm>
            <a:off x="5496248" y="1153682"/>
            <a:ext cx="547925" cy="424717"/>
          </a:xfrm>
          <a:custGeom>
            <a:rect b="b" l="l" r="r" t="t"/>
            <a:pathLst>
              <a:path extrusionOk="0" h="4098" w="5860">
                <a:moveTo>
                  <a:pt x="3749" y="1"/>
                </a:moveTo>
                <a:cubicBezTo>
                  <a:pt x="3529" y="1"/>
                  <a:pt x="3371" y="190"/>
                  <a:pt x="3371" y="442"/>
                </a:cubicBezTo>
                <a:cubicBezTo>
                  <a:pt x="3371" y="662"/>
                  <a:pt x="3560" y="820"/>
                  <a:pt x="3749" y="820"/>
                </a:cubicBezTo>
                <a:lnTo>
                  <a:pt x="4442" y="820"/>
                </a:lnTo>
                <a:lnTo>
                  <a:pt x="2930" y="2332"/>
                </a:lnTo>
                <a:lnTo>
                  <a:pt x="2395" y="1765"/>
                </a:lnTo>
                <a:cubicBezTo>
                  <a:pt x="2316" y="1686"/>
                  <a:pt x="2206" y="1647"/>
                  <a:pt x="2095" y="1647"/>
                </a:cubicBezTo>
                <a:cubicBezTo>
                  <a:pt x="1985" y="1647"/>
                  <a:pt x="1875" y="1686"/>
                  <a:pt x="1796" y="1765"/>
                </a:cubicBezTo>
                <a:lnTo>
                  <a:pt x="126" y="3435"/>
                </a:lnTo>
                <a:cubicBezTo>
                  <a:pt x="0" y="3592"/>
                  <a:pt x="0" y="3844"/>
                  <a:pt x="126" y="4033"/>
                </a:cubicBezTo>
                <a:cubicBezTo>
                  <a:pt x="195" y="4075"/>
                  <a:pt x="288" y="4098"/>
                  <a:pt x="384" y="4098"/>
                </a:cubicBezTo>
                <a:cubicBezTo>
                  <a:pt x="507" y="4098"/>
                  <a:pt x="636" y="4059"/>
                  <a:pt x="725" y="3970"/>
                </a:cubicBezTo>
                <a:lnTo>
                  <a:pt x="2111" y="2616"/>
                </a:lnTo>
                <a:lnTo>
                  <a:pt x="2647" y="3151"/>
                </a:lnTo>
                <a:cubicBezTo>
                  <a:pt x="2725" y="3230"/>
                  <a:pt x="2836" y="3269"/>
                  <a:pt x="2946" y="3269"/>
                </a:cubicBezTo>
                <a:cubicBezTo>
                  <a:pt x="3056" y="3269"/>
                  <a:pt x="3166" y="3230"/>
                  <a:pt x="3245" y="3151"/>
                </a:cubicBezTo>
                <a:lnTo>
                  <a:pt x="5009" y="1387"/>
                </a:lnTo>
                <a:lnTo>
                  <a:pt x="5009" y="2049"/>
                </a:lnTo>
                <a:cubicBezTo>
                  <a:pt x="5009" y="2269"/>
                  <a:pt x="5230" y="2490"/>
                  <a:pt x="5451" y="2490"/>
                </a:cubicBezTo>
                <a:cubicBezTo>
                  <a:pt x="5703" y="2490"/>
                  <a:pt x="5860" y="2269"/>
                  <a:pt x="5860" y="2049"/>
                </a:cubicBezTo>
                <a:lnTo>
                  <a:pt x="5860" y="410"/>
                </a:lnTo>
                <a:cubicBezTo>
                  <a:pt x="5860" y="158"/>
                  <a:pt x="5640" y="1"/>
                  <a:pt x="5419" y="1"/>
                </a:cubicBezTo>
                <a:close/>
              </a:path>
            </a:pathLst>
          </a:custGeom>
          <a:solidFill>
            <a:srgbClr val="8520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9"/>
          <p:cNvSpPr/>
          <p:nvPr/>
        </p:nvSpPr>
        <p:spPr>
          <a:xfrm>
            <a:off x="5352900" y="977123"/>
            <a:ext cx="792575" cy="686086"/>
          </a:xfrm>
          <a:custGeom>
            <a:rect b="b" l="l" r="r" t="t"/>
            <a:pathLst>
              <a:path extrusionOk="0" h="12666" w="12666">
                <a:moveTo>
                  <a:pt x="379" y="0"/>
                </a:moveTo>
                <a:cubicBezTo>
                  <a:pt x="158" y="0"/>
                  <a:pt x="1" y="189"/>
                  <a:pt x="1" y="441"/>
                </a:cubicBezTo>
                <a:lnTo>
                  <a:pt x="1" y="12287"/>
                </a:lnTo>
                <a:cubicBezTo>
                  <a:pt x="1" y="12508"/>
                  <a:pt x="190" y="12665"/>
                  <a:pt x="379" y="12665"/>
                </a:cubicBezTo>
                <a:lnTo>
                  <a:pt x="12256" y="12665"/>
                </a:lnTo>
                <a:cubicBezTo>
                  <a:pt x="12477" y="12665"/>
                  <a:pt x="12666" y="12476"/>
                  <a:pt x="12666" y="12287"/>
                </a:cubicBezTo>
                <a:cubicBezTo>
                  <a:pt x="12634" y="12098"/>
                  <a:pt x="12477" y="11878"/>
                  <a:pt x="12256" y="11878"/>
                </a:cubicBezTo>
                <a:lnTo>
                  <a:pt x="820" y="11878"/>
                </a:lnTo>
                <a:lnTo>
                  <a:pt x="820" y="441"/>
                </a:lnTo>
                <a:cubicBezTo>
                  <a:pt x="820" y="189"/>
                  <a:pt x="631" y="0"/>
                  <a:pt x="37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9"/>
          <p:cNvSpPr/>
          <p:nvPr/>
        </p:nvSpPr>
        <p:spPr>
          <a:xfrm>
            <a:off x="4335913" y="909008"/>
            <a:ext cx="971748" cy="783894"/>
          </a:xfrm>
          <a:custGeom>
            <a:rect b="b" l="l" r="r" t="t"/>
            <a:pathLst>
              <a:path extrusionOk="0" h="11689" w="11816">
                <a:moveTo>
                  <a:pt x="10965" y="1355"/>
                </a:moveTo>
                <a:cubicBezTo>
                  <a:pt x="11154" y="1355"/>
                  <a:pt x="11311" y="1544"/>
                  <a:pt x="11311" y="1733"/>
                </a:cubicBezTo>
                <a:lnTo>
                  <a:pt x="11311" y="2742"/>
                </a:lnTo>
                <a:lnTo>
                  <a:pt x="1009" y="2742"/>
                </a:lnTo>
                <a:lnTo>
                  <a:pt x="1009" y="1733"/>
                </a:lnTo>
                <a:lnTo>
                  <a:pt x="852" y="1733"/>
                </a:lnTo>
                <a:cubicBezTo>
                  <a:pt x="852" y="1544"/>
                  <a:pt x="1009" y="1355"/>
                  <a:pt x="1198" y="1355"/>
                </a:cubicBezTo>
                <a:lnTo>
                  <a:pt x="1545" y="1355"/>
                </a:lnTo>
                <a:lnTo>
                  <a:pt x="1545" y="1733"/>
                </a:lnTo>
                <a:cubicBezTo>
                  <a:pt x="1545" y="1922"/>
                  <a:pt x="1702" y="2080"/>
                  <a:pt x="1891" y="2080"/>
                </a:cubicBezTo>
                <a:cubicBezTo>
                  <a:pt x="2112" y="2080"/>
                  <a:pt x="2269" y="1922"/>
                  <a:pt x="2269" y="1733"/>
                </a:cubicBezTo>
                <a:lnTo>
                  <a:pt x="2269" y="1355"/>
                </a:lnTo>
                <a:lnTo>
                  <a:pt x="3624" y="1355"/>
                </a:lnTo>
                <a:lnTo>
                  <a:pt x="3624" y="1733"/>
                </a:lnTo>
                <a:cubicBezTo>
                  <a:pt x="3624" y="1922"/>
                  <a:pt x="3782" y="2080"/>
                  <a:pt x="4002" y="2080"/>
                </a:cubicBezTo>
                <a:cubicBezTo>
                  <a:pt x="4191" y="2080"/>
                  <a:pt x="4349" y="1922"/>
                  <a:pt x="4349" y="1733"/>
                </a:cubicBezTo>
                <a:lnTo>
                  <a:pt x="4349" y="1355"/>
                </a:lnTo>
                <a:lnTo>
                  <a:pt x="5735" y="1355"/>
                </a:lnTo>
                <a:lnTo>
                  <a:pt x="5735" y="1733"/>
                </a:lnTo>
                <a:cubicBezTo>
                  <a:pt x="5735" y="1922"/>
                  <a:pt x="5892" y="2080"/>
                  <a:pt x="6081" y="2080"/>
                </a:cubicBezTo>
                <a:cubicBezTo>
                  <a:pt x="6270" y="2080"/>
                  <a:pt x="6428" y="1922"/>
                  <a:pt x="6428" y="1733"/>
                </a:cubicBezTo>
                <a:lnTo>
                  <a:pt x="6428" y="1355"/>
                </a:lnTo>
                <a:lnTo>
                  <a:pt x="7814" y="1355"/>
                </a:lnTo>
                <a:lnTo>
                  <a:pt x="7814" y="1733"/>
                </a:lnTo>
                <a:cubicBezTo>
                  <a:pt x="7814" y="1922"/>
                  <a:pt x="7972" y="2080"/>
                  <a:pt x="8161" y="2080"/>
                </a:cubicBezTo>
                <a:cubicBezTo>
                  <a:pt x="8381" y="2080"/>
                  <a:pt x="8539" y="1922"/>
                  <a:pt x="8539" y="1733"/>
                </a:cubicBezTo>
                <a:lnTo>
                  <a:pt x="8539" y="1355"/>
                </a:lnTo>
                <a:lnTo>
                  <a:pt x="9893" y="1355"/>
                </a:lnTo>
                <a:lnTo>
                  <a:pt x="9893" y="1733"/>
                </a:lnTo>
                <a:cubicBezTo>
                  <a:pt x="9893" y="1922"/>
                  <a:pt x="10051" y="2080"/>
                  <a:pt x="10272" y="2080"/>
                </a:cubicBezTo>
                <a:cubicBezTo>
                  <a:pt x="10461" y="2080"/>
                  <a:pt x="10618" y="1922"/>
                  <a:pt x="10618" y="1733"/>
                </a:cubicBezTo>
                <a:lnTo>
                  <a:pt x="10618" y="1355"/>
                </a:lnTo>
                <a:close/>
                <a:moveTo>
                  <a:pt x="11154" y="3466"/>
                </a:moveTo>
                <a:lnTo>
                  <a:pt x="11154" y="9641"/>
                </a:lnTo>
                <a:lnTo>
                  <a:pt x="852" y="9641"/>
                </a:lnTo>
                <a:lnTo>
                  <a:pt x="852" y="3466"/>
                </a:lnTo>
                <a:close/>
                <a:moveTo>
                  <a:pt x="11154" y="10366"/>
                </a:moveTo>
                <a:lnTo>
                  <a:pt x="11154" y="10712"/>
                </a:lnTo>
                <a:cubicBezTo>
                  <a:pt x="11122" y="10870"/>
                  <a:pt x="10965" y="11027"/>
                  <a:pt x="10807" y="11027"/>
                </a:cubicBezTo>
                <a:lnTo>
                  <a:pt x="1198" y="11027"/>
                </a:lnTo>
                <a:cubicBezTo>
                  <a:pt x="1009" y="11027"/>
                  <a:pt x="852" y="10870"/>
                  <a:pt x="852" y="10649"/>
                </a:cubicBezTo>
                <a:lnTo>
                  <a:pt x="852" y="10366"/>
                </a:lnTo>
                <a:close/>
                <a:moveTo>
                  <a:pt x="1734" y="1"/>
                </a:moveTo>
                <a:cubicBezTo>
                  <a:pt x="1545" y="1"/>
                  <a:pt x="1387" y="158"/>
                  <a:pt x="1387" y="347"/>
                </a:cubicBezTo>
                <a:lnTo>
                  <a:pt x="1387" y="694"/>
                </a:lnTo>
                <a:lnTo>
                  <a:pt x="1041" y="694"/>
                </a:lnTo>
                <a:cubicBezTo>
                  <a:pt x="474" y="694"/>
                  <a:pt x="1" y="1166"/>
                  <a:pt x="1" y="1733"/>
                </a:cubicBezTo>
                <a:lnTo>
                  <a:pt x="1" y="10649"/>
                </a:lnTo>
                <a:cubicBezTo>
                  <a:pt x="1" y="11216"/>
                  <a:pt x="474" y="11689"/>
                  <a:pt x="1041" y="11689"/>
                </a:cubicBezTo>
                <a:lnTo>
                  <a:pt x="10650" y="11689"/>
                </a:lnTo>
                <a:cubicBezTo>
                  <a:pt x="11185" y="11689"/>
                  <a:pt x="11658" y="11216"/>
                  <a:pt x="11658" y="10649"/>
                </a:cubicBezTo>
                <a:lnTo>
                  <a:pt x="11658" y="1733"/>
                </a:lnTo>
                <a:cubicBezTo>
                  <a:pt x="11815" y="1166"/>
                  <a:pt x="11343" y="694"/>
                  <a:pt x="10807" y="694"/>
                </a:cubicBezTo>
                <a:lnTo>
                  <a:pt x="10461" y="694"/>
                </a:lnTo>
                <a:lnTo>
                  <a:pt x="10461" y="347"/>
                </a:lnTo>
                <a:cubicBezTo>
                  <a:pt x="10461" y="158"/>
                  <a:pt x="10303" y="1"/>
                  <a:pt x="10083" y="1"/>
                </a:cubicBezTo>
                <a:cubicBezTo>
                  <a:pt x="9893" y="1"/>
                  <a:pt x="9736" y="158"/>
                  <a:pt x="9736" y="347"/>
                </a:cubicBezTo>
                <a:lnTo>
                  <a:pt x="9736" y="694"/>
                </a:lnTo>
                <a:lnTo>
                  <a:pt x="8350" y="694"/>
                </a:lnTo>
                <a:lnTo>
                  <a:pt x="8350" y="347"/>
                </a:lnTo>
                <a:cubicBezTo>
                  <a:pt x="8350" y="158"/>
                  <a:pt x="8192" y="1"/>
                  <a:pt x="8003" y="1"/>
                </a:cubicBezTo>
                <a:cubicBezTo>
                  <a:pt x="7814" y="1"/>
                  <a:pt x="7657" y="158"/>
                  <a:pt x="7657" y="347"/>
                </a:cubicBezTo>
                <a:lnTo>
                  <a:pt x="7657" y="694"/>
                </a:lnTo>
                <a:lnTo>
                  <a:pt x="6270" y="694"/>
                </a:lnTo>
                <a:lnTo>
                  <a:pt x="6270" y="347"/>
                </a:lnTo>
                <a:cubicBezTo>
                  <a:pt x="6270" y="158"/>
                  <a:pt x="6113" y="1"/>
                  <a:pt x="5924" y="1"/>
                </a:cubicBezTo>
                <a:cubicBezTo>
                  <a:pt x="5735" y="1"/>
                  <a:pt x="5577" y="158"/>
                  <a:pt x="5577" y="347"/>
                </a:cubicBezTo>
                <a:lnTo>
                  <a:pt x="5577" y="694"/>
                </a:lnTo>
                <a:lnTo>
                  <a:pt x="4191" y="694"/>
                </a:lnTo>
                <a:lnTo>
                  <a:pt x="4191" y="347"/>
                </a:lnTo>
                <a:cubicBezTo>
                  <a:pt x="4191" y="158"/>
                  <a:pt x="4034" y="1"/>
                  <a:pt x="3845" y="1"/>
                </a:cubicBezTo>
                <a:cubicBezTo>
                  <a:pt x="3624" y="1"/>
                  <a:pt x="3466" y="158"/>
                  <a:pt x="3466" y="347"/>
                </a:cubicBezTo>
                <a:lnTo>
                  <a:pt x="3466" y="694"/>
                </a:lnTo>
                <a:lnTo>
                  <a:pt x="2112" y="694"/>
                </a:lnTo>
                <a:lnTo>
                  <a:pt x="2112" y="347"/>
                </a:lnTo>
                <a:cubicBezTo>
                  <a:pt x="2112" y="158"/>
                  <a:pt x="1954" y="1"/>
                  <a:pt x="173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863" name="Google Shape;863;p39"/>
          <p:cNvGrpSpPr/>
          <p:nvPr/>
        </p:nvGrpSpPr>
        <p:grpSpPr>
          <a:xfrm>
            <a:off x="3707023" y="1223770"/>
            <a:ext cx="312474" cy="284550"/>
            <a:chOff x="4854075" y="2527625"/>
            <a:chExt cx="56000" cy="59050"/>
          </a:xfrm>
        </p:grpSpPr>
        <p:sp>
          <p:nvSpPr>
            <p:cNvPr id="864" name="Google Shape;864;p39"/>
            <p:cNvSpPr/>
            <p:nvPr/>
          </p:nvSpPr>
          <p:spPr>
            <a:xfrm>
              <a:off x="4872325" y="2527625"/>
              <a:ext cx="37750" cy="59050"/>
            </a:xfrm>
            <a:custGeom>
              <a:rect b="b" l="l" r="r" t="t"/>
              <a:pathLst>
                <a:path extrusionOk="0" h="2362" w="151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solidFill>
              <a:srgbClr val="7994A9"/>
            </a:solidFill>
            <a:ln cap="flat" cmpd="sng" w="9525">
              <a:solidFill>
                <a:srgbClr val="869F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9"/>
            <p:cNvSpPr/>
            <p:nvPr/>
          </p:nvSpPr>
          <p:spPr>
            <a:xfrm>
              <a:off x="4854075" y="2539100"/>
              <a:ext cx="26075" cy="35875"/>
            </a:xfrm>
            <a:custGeom>
              <a:rect b="b" l="l" r="r" t="t"/>
              <a:pathLst>
                <a:path extrusionOk="0" h="1435" w="1043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solidFill>
              <a:srgbClr val="7994A9"/>
            </a:solidFill>
            <a:ln cap="flat" cmpd="sng" w="9525">
              <a:solidFill>
                <a:srgbClr val="869F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6" name="Google Shape;866;p39"/>
          <p:cNvSpPr txBox="1"/>
          <p:nvPr>
            <p:ph idx="2" type="title"/>
          </p:nvPr>
        </p:nvSpPr>
        <p:spPr>
          <a:xfrm>
            <a:off x="852852" y="3067400"/>
            <a:ext cx="20415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C2E3A"/>
                </a:solidFill>
              </a:rPr>
              <a:t>Costos totales</a:t>
            </a:r>
            <a:r>
              <a:rPr lang="en" sz="1800">
                <a:solidFill>
                  <a:srgbClr val="0C2E3A"/>
                </a:solidFill>
              </a:rPr>
              <a:t> </a:t>
            </a:r>
            <a:endParaRPr sz="1800">
              <a:solidFill>
                <a:srgbClr val="0C2E3A"/>
              </a:solidFill>
            </a:endParaRPr>
          </a:p>
        </p:txBody>
      </p:sp>
      <p:sp>
        <p:nvSpPr>
          <p:cNvPr id="867" name="Google Shape;867;p39"/>
          <p:cNvSpPr txBox="1"/>
          <p:nvPr>
            <p:ph idx="2" type="title"/>
          </p:nvPr>
        </p:nvSpPr>
        <p:spPr>
          <a:xfrm>
            <a:off x="5373063" y="2685898"/>
            <a:ext cx="19593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C2E3A"/>
                </a:solidFill>
              </a:rPr>
              <a:t>Costos directos</a:t>
            </a:r>
            <a:endParaRPr sz="1800">
              <a:solidFill>
                <a:srgbClr val="0C2E3A"/>
              </a:solidFill>
            </a:endParaRPr>
          </a:p>
        </p:txBody>
      </p:sp>
      <p:grpSp>
        <p:nvGrpSpPr>
          <p:cNvPr id="868" name="Google Shape;868;p39"/>
          <p:cNvGrpSpPr/>
          <p:nvPr/>
        </p:nvGrpSpPr>
        <p:grpSpPr>
          <a:xfrm>
            <a:off x="5373067" y="2367201"/>
            <a:ext cx="547920" cy="470986"/>
            <a:chOff x="2508825" y="2318350"/>
            <a:chExt cx="297750" cy="295400"/>
          </a:xfrm>
        </p:grpSpPr>
        <p:sp>
          <p:nvSpPr>
            <p:cNvPr id="869" name="Google Shape;869;p39"/>
            <p:cNvSpPr/>
            <p:nvPr/>
          </p:nvSpPr>
          <p:spPr>
            <a:xfrm>
              <a:off x="2508825" y="2318350"/>
              <a:ext cx="297750" cy="295400"/>
            </a:xfrm>
            <a:custGeom>
              <a:rect b="b" l="l" r="r" t="t"/>
              <a:pathLst>
                <a:path extrusionOk="0" h="11816" w="1191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2629350" y="2353025"/>
              <a:ext cx="54350" cy="121300"/>
            </a:xfrm>
            <a:custGeom>
              <a:rect b="b" l="l" r="r" t="t"/>
              <a:pathLst>
                <a:path extrusionOk="0" h="4852" w="2174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1" name="Google Shape;871;p39"/>
          <p:cNvSpPr txBox="1"/>
          <p:nvPr>
            <p:ph type="title"/>
          </p:nvPr>
        </p:nvSpPr>
        <p:spPr>
          <a:xfrm>
            <a:off x="5871688" y="2295785"/>
            <a:ext cx="27039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230 mil millones</a:t>
            </a:r>
            <a:endParaRPr sz="2500"/>
          </a:p>
        </p:txBody>
      </p:sp>
      <p:sp>
        <p:nvSpPr>
          <p:cNvPr id="872" name="Google Shape;872;p39"/>
          <p:cNvSpPr txBox="1"/>
          <p:nvPr>
            <p:ph idx="2" type="title"/>
          </p:nvPr>
        </p:nvSpPr>
        <p:spPr>
          <a:xfrm>
            <a:off x="5373063" y="3798475"/>
            <a:ext cx="21603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C2E3A"/>
                </a:solidFill>
              </a:rPr>
              <a:t>Costos indirectos</a:t>
            </a:r>
            <a:endParaRPr sz="1800">
              <a:solidFill>
                <a:srgbClr val="0C2E3A"/>
              </a:solidFill>
            </a:endParaRPr>
          </a:p>
        </p:txBody>
      </p:sp>
      <p:grpSp>
        <p:nvGrpSpPr>
          <p:cNvPr id="873" name="Google Shape;873;p39"/>
          <p:cNvGrpSpPr/>
          <p:nvPr/>
        </p:nvGrpSpPr>
        <p:grpSpPr>
          <a:xfrm>
            <a:off x="5373067" y="3479776"/>
            <a:ext cx="547920" cy="470986"/>
            <a:chOff x="2508825" y="2318350"/>
            <a:chExt cx="297750" cy="295400"/>
          </a:xfrm>
        </p:grpSpPr>
        <p:sp>
          <p:nvSpPr>
            <p:cNvPr id="874" name="Google Shape;874;p39"/>
            <p:cNvSpPr/>
            <p:nvPr/>
          </p:nvSpPr>
          <p:spPr>
            <a:xfrm>
              <a:off x="2508825" y="2318350"/>
              <a:ext cx="297750" cy="295400"/>
            </a:xfrm>
            <a:custGeom>
              <a:rect b="b" l="l" r="r" t="t"/>
              <a:pathLst>
                <a:path extrusionOk="0" h="11816" w="1191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2629350" y="2353025"/>
              <a:ext cx="54350" cy="121300"/>
            </a:xfrm>
            <a:custGeom>
              <a:rect b="b" l="l" r="r" t="t"/>
              <a:pathLst>
                <a:path extrusionOk="0" h="4852" w="2174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6" name="Google Shape;876;p39"/>
          <p:cNvSpPr txBox="1"/>
          <p:nvPr>
            <p:ph type="title"/>
          </p:nvPr>
        </p:nvSpPr>
        <p:spPr>
          <a:xfrm>
            <a:off x="5871688" y="3408360"/>
            <a:ext cx="27039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</a:rPr>
              <a:t>132</a:t>
            </a:r>
            <a:r>
              <a:rPr lang="en" sz="2500">
                <a:solidFill>
                  <a:srgbClr val="0B5394"/>
                </a:solidFill>
              </a:rPr>
              <a:t> mil millones</a:t>
            </a:r>
            <a:endParaRPr sz="25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0"/>
          <p:cNvSpPr txBox="1"/>
          <p:nvPr>
            <p:ph idx="1" type="subTitle"/>
          </p:nvPr>
        </p:nvSpPr>
        <p:spPr>
          <a:xfrm>
            <a:off x="1926925" y="1845838"/>
            <a:ext cx="2160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Costo de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40"/>
          <p:cNvSpPr txBox="1"/>
          <p:nvPr>
            <p:ph idx="3" type="subTitle"/>
          </p:nvPr>
        </p:nvSpPr>
        <p:spPr>
          <a:xfrm>
            <a:off x="1988725" y="2354300"/>
            <a:ext cx="57993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C2E3A"/>
                </a:solidFill>
                <a:latin typeface="Outfit"/>
                <a:ea typeface="Outfit"/>
                <a:cs typeface="Outfit"/>
                <a:sym typeface="Outfit"/>
              </a:rPr>
              <a:t>Recursos de personal, bienes, medicamentos, servicios, servicios generales y servicios de farmacia.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83" name="Google Shape;883;p40"/>
          <p:cNvSpPr txBox="1"/>
          <p:nvPr>
            <p:ph type="title"/>
          </p:nvPr>
        </p:nvSpPr>
        <p:spPr>
          <a:xfrm>
            <a:off x="2480138" y="-40100"/>
            <a:ext cx="46833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Nivel Nacional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4" name="Google Shape;884;p40"/>
          <p:cNvSpPr txBox="1"/>
          <p:nvPr>
            <p:ph type="title"/>
          </p:nvPr>
        </p:nvSpPr>
        <p:spPr>
          <a:xfrm>
            <a:off x="4816850" y="993425"/>
            <a:ext cx="2776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S/ 16 367,96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(US $4 939,03)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885" name="Google Shape;885;p40"/>
          <p:cNvSpPr txBox="1"/>
          <p:nvPr>
            <p:ph type="title"/>
          </p:nvPr>
        </p:nvSpPr>
        <p:spPr>
          <a:xfrm>
            <a:off x="1655125" y="978013"/>
            <a:ext cx="27039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S/ 14 387 436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(US$ 4 341 411)</a:t>
            </a:r>
            <a:endParaRPr sz="2500">
              <a:solidFill>
                <a:schemeClr val="dk1"/>
              </a:solidFill>
            </a:endParaRPr>
          </a:p>
        </p:txBody>
      </p:sp>
      <p:grpSp>
        <p:nvGrpSpPr>
          <p:cNvPr id="886" name="Google Shape;886;p40"/>
          <p:cNvGrpSpPr/>
          <p:nvPr/>
        </p:nvGrpSpPr>
        <p:grpSpPr>
          <a:xfrm>
            <a:off x="4471773" y="1178783"/>
            <a:ext cx="312474" cy="284550"/>
            <a:chOff x="4854075" y="2527625"/>
            <a:chExt cx="56000" cy="59050"/>
          </a:xfrm>
        </p:grpSpPr>
        <p:sp>
          <p:nvSpPr>
            <p:cNvPr id="887" name="Google Shape;887;p40"/>
            <p:cNvSpPr/>
            <p:nvPr/>
          </p:nvSpPr>
          <p:spPr>
            <a:xfrm>
              <a:off x="4872325" y="2527625"/>
              <a:ext cx="37750" cy="59050"/>
            </a:xfrm>
            <a:custGeom>
              <a:rect b="b" l="l" r="r" t="t"/>
              <a:pathLst>
                <a:path extrusionOk="0" h="2362" w="151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solidFill>
              <a:srgbClr val="7994A9"/>
            </a:solidFill>
            <a:ln cap="flat" cmpd="sng" w="9525">
              <a:solidFill>
                <a:srgbClr val="869F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0"/>
            <p:cNvSpPr/>
            <p:nvPr/>
          </p:nvSpPr>
          <p:spPr>
            <a:xfrm>
              <a:off x="4854075" y="2539100"/>
              <a:ext cx="26075" cy="35875"/>
            </a:xfrm>
            <a:custGeom>
              <a:rect b="b" l="l" r="r" t="t"/>
              <a:pathLst>
                <a:path extrusionOk="0" h="1435" w="1043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solidFill>
              <a:srgbClr val="7994A9"/>
            </a:solidFill>
            <a:ln cap="flat" cmpd="sng" w="9525">
              <a:solidFill>
                <a:srgbClr val="869F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40"/>
          <p:cNvSpPr txBox="1"/>
          <p:nvPr>
            <p:ph idx="2" type="title"/>
          </p:nvPr>
        </p:nvSpPr>
        <p:spPr>
          <a:xfrm>
            <a:off x="852852" y="3067400"/>
            <a:ext cx="2041500" cy="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10,27%</a:t>
            </a:r>
            <a:endParaRPr/>
          </a:p>
        </p:txBody>
      </p:sp>
      <p:sp>
        <p:nvSpPr>
          <p:cNvPr id="890" name="Google Shape;890;p40"/>
          <p:cNvSpPr txBox="1"/>
          <p:nvPr>
            <p:ph idx="2" type="title"/>
          </p:nvPr>
        </p:nvSpPr>
        <p:spPr>
          <a:xfrm>
            <a:off x="2894900" y="3287000"/>
            <a:ext cx="38538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C2E3A"/>
                </a:solidFill>
              </a:rPr>
              <a:t>del presupuesto anual del INCOR</a:t>
            </a:r>
            <a:endParaRPr sz="1800">
              <a:solidFill>
                <a:srgbClr val="0C2E3A"/>
              </a:solidFill>
            </a:endParaRPr>
          </a:p>
        </p:txBody>
      </p:sp>
      <p:sp>
        <p:nvSpPr>
          <p:cNvPr id="891" name="Google Shape;891;p40"/>
          <p:cNvSpPr txBox="1"/>
          <p:nvPr>
            <p:ph type="title"/>
          </p:nvPr>
        </p:nvSpPr>
        <p:spPr>
          <a:xfrm>
            <a:off x="2063888" y="4209200"/>
            <a:ext cx="55158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Estancia, reingresos y operaciones de alta complejidad </a:t>
            </a:r>
            <a:endParaRPr sz="2200">
              <a:solidFill>
                <a:srgbClr val="0B5394"/>
              </a:solidFill>
            </a:endParaRPr>
          </a:p>
        </p:txBody>
      </p:sp>
      <p:sp>
        <p:nvSpPr>
          <p:cNvPr id="892" name="Google Shape;892;p40"/>
          <p:cNvSpPr txBox="1"/>
          <p:nvPr>
            <p:ph idx="1" type="subTitle"/>
          </p:nvPr>
        </p:nvSpPr>
        <p:spPr>
          <a:xfrm>
            <a:off x="5124950" y="1806150"/>
            <a:ext cx="2160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Costo </a:t>
            </a:r>
            <a:r>
              <a:rPr lang="en"/>
              <a:t>per cápita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53" y="1254975"/>
            <a:ext cx="1663747" cy="5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40"/>
          <p:cNvSpPr/>
          <p:nvPr/>
        </p:nvSpPr>
        <p:spPr>
          <a:xfrm>
            <a:off x="792133" y="2367212"/>
            <a:ext cx="924698" cy="470974"/>
          </a:xfrm>
          <a:custGeom>
            <a:rect b="b" l="l" r="r" t="t"/>
            <a:pathLst>
              <a:path extrusionOk="0" h="1544" w="3045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noFill/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0"/>
          <p:cNvSpPr txBox="1"/>
          <p:nvPr>
            <p:ph idx="3" type="subTitle"/>
          </p:nvPr>
        </p:nvSpPr>
        <p:spPr>
          <a:xfrm>
            <a:off x="2894900" y="3903425"/>
            <a:ext cx="57993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C2E3A"/>
                </a:solidFill>
                <a:latin typeface="Outfit"/>
                <a:ea typeface="Outfit"/>
                <a:cs typeface="Outfit"/>
                <a:sym typeface="Outfit"/>
              </a:rPr>
              <a:t>Principales  componentes del costo de la atención: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41"/>
          <p:cNvSpPr txBox="1"/>
          <p:nvPr>
            <p:ph idx="6" type="title"/>
          </p:nvPr>
        </p:nvSpPr>
        <p:spPr>
          <a:xfrm>
            <a:off x="732300" y="445025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 Social</a:t>
            </a:r>
            <a:endParaRPr/>
          </a:p>
        </p:txBody>
      </p:sp>
      <p:sp>
        <p:nvSpPr>
          <p:cNvPr id="901" name="Google Shape;901;p41"/>
          <p:cNvSpPr txBox="1"/>
          <p:nvPr>
            <p:ph type="title"/>
          </p:nvPr>
        </p:nvSpPr>
        <p:spPr>
          <a:xfrm>
            <a:off x="3403800" y="1761319"/>
            <a:ext cx="23364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Acceso a la atención médica y servicios de salud</a:t>
            </a:r>
            <a:endParaRPr/>
          </a:p>
        </p:txBody>
      </p:sp>
      <p:sp>
        <p:nvSpPr>
          <p:cNvPr id="902" name="Google Shape;902;p41"/>
          <p:cNvSpPr txBox="1"/>
          <p:nvPr>
            <p:ph idx="1" type="subTitle"/>
          </p:nvPr>
        </p:nvSpPr>
        <p:spPr>
          <a:xfrm>
            <a:off x="3403800" y="2914025"/>
            <a:ext cx="23364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 falta de recursos y la brecha en la infraestructura de salud dificultan el tratamiento y la prevención de EIC</a:t>
            </a:r>
            <a:endParaRPr/>
          </a:p>
        </p:txBody>
      </p:sp>
      <p:sp>
        <p:nvSpPr>
          <p:cNvPr id="903" name="Google Shape;903;p41"/>
          <p:cNvSpPr txBox="1"/>
          <p:nvPr>
            <p:ph idx="2" type="title"/>
          </p:nvPr>
        </p:nvSpPr>
        <p:spPr>
          <a:xfrm>
            <a:off x="732300" y="1761319"/>
            <a:ext cx="23364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Bienestar físico y emocional</a:t>
            </a:r>
            <a:endParaRPr/>
          </a:p>
        </p:txBody>
      </p:sp>
      <p:sp>
        <p:nvSpPr>
          <p:cNvPr id="904" name="Google Shape;904;p41"/>
          <p:cNvSpPr txBox="1"/>
          <p:nvPr>
            <p:ph idx="3" type="subTitle"/>
          </p:nvPr>
        </p:nvSpPr>
        <p:spPr>
          <a:xfrm>
            <a:off x="732300" y="2908850"/>
            <a:ext cx="2336400" cy="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Pueden causar discapacidad, pérdida de calidad de vida y mortalidad prematura</a:t>
            </a:r>
            <a:endParaRPr/>
          </a:p>
        </p:txBody>
      </p:sp>
      <p:sp>
        <p:nvSpPr>
          <p:cNvPr id="905" name="Google Shape;905;p41"/>
          <p:cNvSpPr txBox="1"/>
          <p:nvPr>
            <p:ph idx="4" type="title"/>
          </p:nvPr>
        </p:nvSpPr>
        <p:spPr>
          <a:xfrm>
            <a:off x="6075300" y="1761332"/>
            <a:ext cx="23364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Desigualdades sociales y económicas</a:t>
            </a:r>
            <a:endParaRPr/>
          </a:p>
        </p:txBody>
      </p:sp>
      <p:sp>
        <p:nvSpPr>
          <p:cNvPr id="906" name="Google Shape;906;p41"/>
          <p:cNvSpPr txBox="1"/>
          <p:nvPr>
            <p:ph idx="5" type="subTitle"/>
          </p:nvPr>
        </p:nvSpPr>
        <p:spPr>
          <a:xfrm>
            <a:off x="6075300" y="2914025"/>
            <a:ext cx="2336400" cy="15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</a:t>
            </a:r>
            <a:r>
              <a:rPr lang="en" sz="1200"/>
              <a:t>as personas de bajos ingresos tienen un mayor riesgo y menos probabilidades de recibir un tratamiento adecuado</a:t>
            </a:r>
            <a:endParaRPr sz="1200"/>
          </a:p>
        </p:txBody>
      </p:sp>
      <p:grpSp>
        <p:nvGrpSpPr>
          <p:cNvPr id="907" name="Google Shape;907;p41"/>
          <p:cNvGrpSpPr/>
          <p:nvPr/>
        </p:nvGrpSpPr>
        <p:grpSpPr>
          <a:xfrm>
            <a:off x="4377850" y="1285379"/>
            <a:ext cx="388295" cy="358883"/>
            <a:chOff x="4768025" y="1557217"/>
            <a:chExt cx="388295" cy="358883"/>
          </a:xfrm>
        </p:grpSpPr>
        <p:sp>
          <p:nvSpPr>
            <p:cNvPr id="908" name="Google Shape;908;p41"/>
            <p:cNvSpPr/>
            <p:nvPr/>
          </p:nvSpPr>
          <p:spPr>
            <a:xfrm>
              <a:off x="4794885" y="1557217"/>
              <a:ext cx="315068" cy="166331"/>
            </a:xfrm>
            <a:custGeom>
              <a:rect b="b" l="l" r="r" t="t"/>
              <a:pathLst>
                <a:path extrusionOk="0" h="4954" w="9384">
                  <a:moveTo>
                    <a:pt x="5168" y="310"/>
                  </a:moveTo>
                  <a:lnTo>
                    <a:pt x="5168" y="643"/>
                  </a:lnTo>
                  <a:lnTo>
                    <a:pt x="4192" y="643"/>
                  </a:lnTo>
                  <a:lnTo>
                    <a:pt x="4192" y="310"/>
                  </a:lnTo>
                  <a:close/>
                  <a:moveTo>
                    <a:pt x="4835" y="953"/>
                  </a:moveTo>
                  <a:lnTo>
                    <a:pt x="4835" y="1286"/>
                  </a:lnTo>
                  <a:lnTo>
                    <a:pt x="4502" y="1286"/>
                  </a:lnTo>
                  <a:lnTo>
                    <a:pt x="4502" y="953"/>
                  </a:lnTo>
                  <a:close/>
                  <a:moveTo>
                    <a:pt x="1048" y="1500"/>
                  </a:moveTo>
                  <a:lnTo>
                    <a:pt x="1287" y="1739"/>
                  </a:lnTo>
                  <a:cubicBezTo>
                    <a:pt x="1072" y="1977"/>
                    <a:pt x="810" y="2215"/>
                    <a:pt x="596" y="2453"/>
                  </a:cubicBezTo>
                  <a:lnTo>
                    <a:pt x="358" y="2215"/>
                  </a:lnTo>
                  <a:lnTo>
                    <a:pt x="1048" y="1500"/>
                  </a:lnTo>
                  <a:close/>
                  <a:moveTo>
                    <a:pt x="8288" y="1500"/>
                  </a:moveTo>
                  <a:lnTo>
                    <a:pt x="8979" y="2215"/>
                  </a:lnTo>
                  <a:lnTo>
                    <a:pt x="8741" y="2453"/>
                  </a:lnTo>
                  <a:lnTo>
                    <a:pt x="8050" y="1739"/>
                  </a:lnTo>
                  <a:lnTo>
                    <a:pt x="8288" y="1500"/>
                  </a:lnTo>
                  <a:close/>
                  <a:moveTo>
                    <a:pt x="1287" y="2191"/>
                  </a:moveTo>
                  <a:lnTo>
                    <a:pt x="1549" y="2477"/>
                  </a:lnTo>
                  <a:cubicBezTo>
                    <a:pt x="1477" y="2548"/>
                    <a:pt x="1382" y="2620"/>
                    <a:pt x="1310" y="2715"/>
                  </a:cubicBezTo>
                  <a:lnTo>
                    <a:pt x="1048" y="2429"/>
                  </a:lnTo>
                  <a:lnTo>
                    <a:pt x="1287" y="2191"/>
                  </a:lnTo>
                  <a:close/>
                  <a:moveTo>
                    <a:pt x="8074" y="2191"/>
                  </a:moveTo>
                  <a:lnTo>
                    <a:pt x="8288" y="2429"/>
                  </a:lnTo>
                  <a:lnTo>
                    <a:pt x="8026" y="2715"/>
                  </a:lnTo>
                  <a:cubicBezTo>
                    <a:pt x="7955" y="2620"/>
                    <a:pt x="7859" y="2548"/>
                    <a:pt x="7788" y="2477"/>
                  </a:cubicBezTo>
                  <a:lnTo>
                    <a:pt x="8074" y="2191"/>
                  </a:lnTo>
                  <a:close/>
                  <a:moveTo>
                    <a:pt x="4049" y="0"/>
                  </a:moveTo>
                  <a:cubicBezTo>
                    <a:pt x="3954" y="0"/>
                    <a:pt x="3906" y="72"/>
                    <a:pt x="3906" y="143"/>
                  </a:cubicBezTo>
                  <a:lnTo>
                    <a:pt x="3906" y="810"/>
                  </a:lnTo>
                  <a:cubicBezTo>
                    <a:pt x="3906" y="881"/>
                    <a:pt x="3954" y="953"/>
                    <a:pt x="4049" y="953"/>
                  </a:cubicBezTo>
                  <a:lnTo>
                    <a:pt x="4216" y="953"/>
                  </a:lnTo>
                  <a:lnTo>
                    <a:pt x="4216" y="1310"/>
                  </a:lnTo>
                  <a:cubicBezTo>
                    <a:pt x="3335" y="1405"/>
                    <a:pt x="2525" y="1739"/>
                    <a:pt x="1834" y="2262"/>
                  </a:cubicBezTo>
                  <a:lnTo>
                    <a:pt x="1525" y="1977"/>
                  </a:lnTo>
                  <a:lnTo>
                    <a:pt x="1644" y="1858"/>
                  </a:lnTo>
                  <a:cubicBezTo>
                    <a:pt x="1715" y="1786"/>
                    <a:pt x="1715" y="1691"/>
                    <a:pt x="1644" y="1619"/>
                  </a:cubicBezTo>
                  <a:lnTo>
                    <a:pt x="1191" y="1167"/>
                  </a:lnTo>
                  <a:cubicBezTo>
                    <a:pt x="1156" y="1143"/>
                    <a:pt x="1114" y="1131"/>
                    <a:pt x="1075" y="1131"/>
                  </a:cubicBezTo>
                  <a:cubicBezTo>
                    <a:pt x="1037" y="1131"/>
                    <a:pt x="1001" y="1143"/>
                    <a:pt x="977" y="1167"/>
                  </a:cubicBezTo>
                  <a:lnTo>
                    <a:pt x="48" y="2096"/>
                  </a:lnTo>
                  <a:cubicBezTo>
                    <a:pt x="1" y="2143"/>
                    <a:pt x="1" y="2239"/>
                    <a:pt x="48" y="2310"/>
                  </a:cubicBezTo>
                  <a:lnTo>
                    <a:pt x="501" y="2763"/>
                  </a:lnTo>
                  <a:cubicBezTo>
                    <a:pt x="525" y="2798"/>
                    <a:pt x="560" y="2816"/>
                    <a:pt x="599" y="2816"/>
                  </a:cubicBezTo>
                  <a:cubicBezTo>
                    <a:pt x="638" y="2816"/>
                    <a:pt x="679" y="2798"/>
                    <a:pt x="715" y="2763"/>
                  </a:cubicBezTo>
                  <a:lnTo>
                    <a:pt x="834" y="2643"/>
                  </a:lnTo>
                  <a:lnTo>
                    <a:pt x="1120" y="2929"/>
                  </a:lnTo>
                  <a:cubicBezTo>
                    <a:pt x="834" y="3239"/>
                    <a:pt x="620" y="3596"/>
                    <a:pt x="429" y="3977"/>
                  </a:cubicBezTo>
                  <a:cubicBezTo>
                    <a:pt x="398" y="4087"/>
                    <a:pt x="491" y="4176"/>
                    <a:pt x="585" y="4176"/>
                  </a:cubicBezTo>
                  <a:cubicBezTo>
                    <a:pt x="634" y="4176"/>
                    <a:pt x="683" y="4153"/>
                    <a:pt x="715" y="4096"/>
                  </a:cubicBezTo>
                  <a:cubicBezTo>
                    <a:pt x="1515" y="2408"/>
                    <a:pt x="3087" y="1598"/>
                    <a:pt x="4652" y="1598"/>
                  </a:cubicBezTo>
                  <a:cubicBezTo>
                    <a:pt x="6489" y="1598"/>
                    <a:pt x="8318" y="2713"/>
                    <a:pt x="8883" y="4834"/>
                  </a:cubicBezTo>
                  <a:cubicBezTo>
                    <a:pt x="8907" y="4906"/>
                    <a:pt x="8979" y="4953"/>
                    <a:pt x="9050" y="4953"/>
                  </a:cubicBezTo>
                  <a:lnTo>
                    <a:pt x="9074" y="4953"/>
                  </a:lnTo>
                  <a:cubicBezTo>
                    <a:pt x="9169" y="4906"/>
                    <a:pt x="9217" y="4834"/>
                    <a:pt x="9193" y="4739"/>
                  </a:cubicBezTo>
                  <a:cubicBezTo>
                    <a:pt x="9002" y="4072"/>
                    <a:pt x="8693" y="3453"/>
                    <a:pt x="8240" y="2929"/>
                  </a:cubicBezTo>
                  <a:lnTo>
                    <a:pt x="8526" y="2643"/>
                  </a:lnTo>
                  <a:lnTo>
                    <a:pt x="8645" y="2763"/>
                  </a:lnTo>
                  <a:cubicBezTo>
                    <a:pt x="8681" y="2798"/>
                    <a:pt x="8723" y="2816"/>
                    <a:pt x="8761" y="2816"/>
                  </a:cubicBezTo>
                  <a:cubicBezTo>
                    <a:pt x="8800" y="2816"/>
                    <a:pt x="8836" y="2798"/>
                    <a:pt x="8860" y="2763"/>
                  </a:cubicBezTo>
                  <a:lnTo>
                    <a:pt x="9312" y="2310"/>
                  </a:lnTo>
                  <a:cubicBezTo>
                    <a:pt x="9384" y="2239"/>
                    <a:pt x="9384" y="2143"/>
                    <a:pt x="9312" y="2096"/>
                  </a:cubicBezTo>
                  <a:lnTo>
                    <a:pt x="8407" y="1167"/>
                  </a:lnTo>
                  <a:cubicBezTo>
                    <a:pt x="8383" y="1143"/>
                    <a:pt x="8342" y="1131"/>
                    <a:pt x="8300" y="1131"/>
                  </a:cubicBezTo>
                  <a:cubicBezTo>
                    <a:pt x="8258" y="1131"/>
                    <a:pt x="8217" y="1143"/>
                    <a:pt x="8193" y="1167"/>
                  </a:cubicBezTo>
                  <a:lnTo>
                    <a:pt x="7740" y="1619"/>
                  </a:lnTo>
                  <a:cubicBezTo>
                    <a:pt x="7669" y="1691"/>
                    <a:pt x="7669" y="1786"/>
                    <a:pt x="7740" y="1858"/>
                  </a:cubicBezTo>
                  <a:lnTo>
                    <a:pt x="7859" y="1977"/>
                  </a:lnTo>
                  <a:lnTo>
                    <a:pt x="7550" y="2262"/>
                  </a:lnTo>
                  <a:cubicBezTo>
                    <a:pt x="6859" y="1739"/>
                    <a:pt x="6049" y="1405"/>
                    <a:pt x="5168" y="1310"/>
                  </a:cubicBezTo>
                  <a:lnTo>
                    <a:pt x="5168" y="953"/>
                  </a:lnTo>
                  <a:lnTo>
                    <a:pt x="5359" y="953"/>
                  </a:lnTo>
                  <a:cubicBezTo>
                    <a:pt x="5430" y="953"/>
                    <a:pt x="5502" y="881"/>
                    <a:pt x="5502" y="810"/>
                  </a:cubicBezTo>
                  <a:lnTo>
                    <a:pt x="5502" y="143"/>
                  </a:lnTo>
                  <a:cubicBezTo>
                    <a:pt x="5502" y="72"/>
                    <a:pt x="5430" y="0"/>
                    <a:pt x="5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1"/>
            <p:cNvSpPr/>
            <p:nvPr/>
          </p:nvSpPr>
          <p:spPr>
            <a:xfrm>
              <a:off x="4924921" y="1698534"/>
              <a:ext cx="86691" cy="80110"/>
            </a:xfrm>
            <a:custGeom>
              <a:rect b="b" l="l" r="r" t="t"/>
              <a:pathLst>
                <a:path extrusionOk="0" h="2386" w="2582">
                  <a:moveTo>
                    <a:pt x="801" y="1485"/>
                  </a:moveTo>
                  <a:cubicBezTo>
                    <a:pt x="957" y="1485"/>
                    <a:pt x="1105" y="1602"/>
                    <a:pt x="1105" y="1792"/>
                  </a:cubicBezTo>
                  <a:cubicBezTo>
                    <a:pt x="1105" y="1959"/>
                    <a:pt x="962" y="2078"/>
                    <a:pt x="795" y="2078"/>
                  </a:cubicBezTo>
                  <a:cubicBezTo>
                    <a:pt x="533" y="2078"/>
                    <a:pt x="414" y="1768"/>
                    <a:pt x="581" y="1578"/>
                  </a:cubicBezTo>
                  <a:cubicBezTo>
                    <a:pt x="644" y="1514"/>
                    <a:pt x="724" y="1485"/>
                    <a:pt x="801" y="1485"/>
                  </a:cubicBezTo>
                  <a:close/>
                  <a:moveTo>
                    <a:pt x="2412" y="0"/>
                  </a:moveTo>
                  <a:cubicBezTo>
                    <a:pt x="2373" y="0"/>
                    <a:pt x="2331" y="18"/>
                    <a:pt x="2296" y="54"/>
                  </a:cubicBezTo>
                  <a:lnTo>
                    <a:pt x="2319" y="54"/>
                  </a:lnTo>
                  <a:lnTo>
                    <a:pt x="1129" y="1245"/>
                  </a:lnTo>
                  <a:cubicBezTo>
                    <a:pt x="1019" y="1178"/>
                    <a:pt x="905" y="1148"/>
                    <a:pt x="796" y="1148"/>
                  </a:cubicBezTo>
                  <a:cubicBezTo>
                    <a:pt x="361" y="1148"/>
                    <a:pt x="0" y="1616"/>
                    <a:pt x="248" y="2054"/>
                  </a:cubicBezTo>
                  <a:cubicBezTo>
                    <a:pt x="371" y="2283"/>
                    <a:pt x="583" y="2386"/>
                    <a:pt x="792" y="2386"/>
                  </a:cubicBezTo>
                  <a:cubicBezTo>
                    <a:pt x="1106" y="2386"/>
                    <a:pt x="1414" y="2154"/>
                    <a:pt x="1414" y="1768"/>
                  </a:cubicBezTo>
                  <a:cubicBezTo>
                    <a:pt x="1414" y="1649"/>
                    <a:pt x="1391" y="1554"/>
                    <a:pt x="1319" y="1459"/>
                  </a:cubicBezTo>
                  <a:lnTo>
                    <a:pt x="2510" y="268"/>
                  </a:lnTo>
                  <a:cubicBezTo>
                    <a:pt x="2581" y="197"/>
                    <a:pt x="2581" y="101"/>
                    <a:pt x="2510" y="54"/>
                  </a:cubicBezTo>
                  <a:cubicBezTo>
                    <a:pt x="2486" y="18"/>
                    <a:pt x="2450" y="0"/>
                    <a:pt x="2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1"/>
            <p:cNvSpPr/>
            <p:nvPr/>
          </p:nvSpPr>
          <p:spPr>
            <a:xfrm>
              <a:off x="4768025" y="1622487"/>
              <a:ext cx="388295" cy="293613"/>
            </a:xfrm>
            <a:custGeom>
              <a:rect b="b" l="l" r="r" t="t"/>
              <a:pathLst>
                <a:path extrusionOk="0" h="8745" w="11565">
                  <a:moveTo>
                    <a:pt x="5635" y="318"/>
                  </a:moveTo>
                  <a:cubicBezTo>
                    <a:pt x="6183" y="342"/>
                    <a:pt x="6730" y="485"/>
                    <a:pt x="7207" y="747"/>
                  </a:cubicBezTo>
                  <a:lnTo>
                    <a:pt x="6969" y="1152"/>
                  </a:lnTo>
                  <a:cubicBezTo>
                    <a:pt x="6921" y="1223"/>
                    <a:pt x="6945" y="1295"/>
                    <a:pt x="6992" y="1342"/>
                  </a:cubicBezTo>
                  <a:cubicBezTo>
                    <a:pt x="7026" y="1376"/>
                    <a:pt x="7069" y="1393"/>
                    <a:pt x="7111" y="1393"/>
                  </a:cubicBezTo>
                  <a:cubicBezTo>
                    <a:pt x="7159" y="1393"/>
                    <a:pt x="7205" y="1370"/>
                    <a:pt x="7231" y="1319"/>
                  </a:cubicBezTo>
                  <a:lnTo>
                    <a:pt x="7492" y="890"/>
                  </a:lnTo>
                  <a:cubicBezTo>
                    <a:pt x="7945" y="1200"/>
                    <a:pt x="8326" y="1581"/>
                    <a:pt x="8636" y="2033"/>
                  </a:cubicBezTo>
                  <a:lnTo>
                    <a:pt x="8207" y="2295"/>
                  </a:lnTo>
                  <a:cubicBezTo>
                    <a:pt x="8135" y="2319"/>
                    <a:pt x="8112" y="2414"/>
                    <a:pt x="8135" y="2486"/>
                  </a:cubicBezTo>
                  <a:cubicBezTo>
                    <a:pt x="8167" y="2549"/>
                    <a:pt x="8220" y="2581"/>
                    <a:pt x="8280" y="2581"/>
                  </a:cubicBezTo>
                  <a:cubicBezTo>
                    <a:pt x="8310" y="2581"/>
                    <a:pt x="8342" y="2573"/>
                    <a:pt x="8374" y="2557"/>
                  </a:cubicBezTo>
                  <a:lnTo>
                    <a:pt x="8802" y="2319"/>
                  </a:lnTo>
                  <a:cubicBezTo>
                    <a:pt x="9112" y="2938"/>
                    <a:pt x="9255" y="3652"/>
                    <a:pt x="9207" y="4343"/>
                  </a:cubicBezTo>
                  <a:cubicBezTo>
                    <a:pt x="9088" y="4438"/>
                    <a:pt x="8969" y="4557"/>
                    <a:pt x="8898" y="4676"/>
                  </a:cubicBezTo>
                  <a:cubicBezTo>
                    <a:pt x="8607" y="4257"/>
                    <a:pt x="8162" y="4056"/>
                    <a:pt x="7721" y="4056"/>
                  </a:cubicBezTo>
                  <a:cubicBezTo>
                    <a:pt x="7185" y="4056"/>
                    <a:pt x="6656" y="4353"/>
                    <a:pt x="6421" y="4915"/>
                  </a:cubicBezTo>
                  <a:cubicBezTo>
                    <a:pt x="6206" y="5439"/>
                    <a:pt x="6326" y="6058"/>
                    <a:pt x="6730" y="6463"/>
                  </a:cubicBezTo>
                  <a:lnTo>
                    <a:pt x="7469" y="7201"/>
                  </a:lnTo>
                  <a:cubicBezTo>
                    <a:pt x="6921" y="7558"/>
                    <a:pt x="6278" y="7749"/>
                    <a:pt x="5635" y="7772"/>
                  </a:cubicBezTo>
                  <a:lnTo>
                    <a:pt x="5635" y="7296"/>
                  </a:lnTo>
                  <a:cubicBezTo>
                    <a:pt x="5635" y="7201"/>
                    <a:pt x="5587" y="7153"/>
                    <a:pt x="5516" y="7129"/>
                  </a:cubicBezTo>
                  <a:cubicBezTo>
                    <a:pt x="5503" y="7126"/>
                    <a:pt x="5491" y="7125"/>
                    <a:pt x="5479" y="7125"/>
                  </a:cubicBezTo>
                  <a:cubicBezTo>
                    <a:pt x="5397" y="7125"/>
                    <a:pt x="5325" y="7189"/>
                    <a:pt x="5325" y="7272"/>
                  </a:cubicBezTo>
                  <a:lnTo>
                    <a:pt x="5325" y="7772"/>
                  </a:lnTo>
                  <a:cubicBezTo>
                    <a:pt x="4778" y="7749"/>
                    <a:pt x="4254" y="7606"/>
                    <a:pt x="3754" y="7344"/>
                  </a:cubicBezTo>
                  <a:lnTo>
                    <a:pt x="3992" y="6939"/>
                  </a:lnTo>
                  <a:cubicBezTo>
                    <a:pt x="4039" y="6867"/>
                    <a:pt x="4016" y="6772"/>
                    <a:pt x="3968" y="6724"/>
                  </a:cubicBezTo>
                  <a:cubicBezTo>
                    <a:pt x="3938" y="6705"/>
                    <a:pt x="3901" y="6693"/>
                    <a:pt x="3863" y="6693"/>
                  </a:cubicBezTo>
                  <a:cubicBezTo>
                    <a:pt x="3810" y="6693"/>
                    <a:pt x="3758" y="6716"/>
                    <a:pt x="3730" y="6772"/>
                  </a:cubicBezTo>
                  <a:lnTo>
                    <a:pt x="3492" y="7201"/>
                  </a:lnTo>
                  <a:cubicBezTo>
                    <a:pt x="3015" y="6891"/>
                    <a:pt x="2634" y="6510"/>
                    <a:pt x="2349" y="6034"/>
                  </a:cubicBezTo>
                  <a:lnTo>
                    <a:pt x="2753" y="5796"/>
                  </a:lnTo>
                  <a:cubicBezTo>
                    <a:pt x="2825" y="5772"/>
                    <a:pt x="2849" y="5700"/>
                    <a:pt x="2825" y="5605"/>
                  </a:cubicBezTo>
                  <a:cubicBezTo>
                    <a:pt x="2809" y="5542"/>
                    <a:pt x="2751" y="5510"/>
                    <a:pt x="2693" y="5510"/>
                  </a:cubicBezTo>
                  <a:cubicBezTo>
                    <a:pt x="2663" y="5510"/>
                    <a:pt x="2634" y="5518"/>
                    <a:pt x="2611" y="5534"/>
                  </a:cubicBezTo>
                  <a:lnTo>
                    <a:pt x="2182" y="5772"/>
                  </a:lnTo>
                  <a:cubicBezTo>
                    <a:pt x="1920" y="5296"/>
                    <a:pt x="1777" y="4748"/>
                    <a:pt x="1753" y="4200"/>
                  </a:cubicBezTo>
                  <a:lnTo>
                    <a:pt x="2253" y="4200"/>
                  </a:lnTo>
                  <a:cubicBezTo>
                    <a:pt x="2325" y="4200"/>
                    <a:pt x="2372" y="4153"/>
                    <a:pt x="2396" y="4081"/>
                  </a:cubicBezTo>
                  <a:cubicBezTo>
                    <a:pt x="2420" y="3986"/>
                    <a:pt x="2349" y="3891"/>
                    <a:pt x="2253" y="3891"/>
                  </a:cubicBezTo>
                  <a:lnTo>
                    <a:pt x="1753" y="3891"/>
                  </a:lnTo>
                  <a:cubicBezTo>
                    <a:pt x="1777" y="3343"/>
                    <a:pt x="1920" y="2795"/>
                    <a:pt x="2182" y="2319"/>
                  </a:cubicBezTo>
                  <a:lnTo>
                    <a:pt x="2611" y="2557"/>
                  </a:lnTo>
                  <a:cubicBezTo>
                    <a:pt x="2634" y="2573"/>
                    <a:pt x="2661" y="2581"/>
                    <a:pt x="2687" y="2581"/>
                  </a:cubicBezTo>
                  <a:cubicBezTo>
                    <a:pt x="2740" y="2581"/>
                    <a:pt x="2793" y="2549"/>
                    <a:pt x="2825" y="2486"/>
                  </a:cubicBezTo>
                  <a:cubicBezTo>
                    <a:pt x="2849" y="2414"/>
                    <a:pt x="2825" y="2319"/>
                    <a:pt x="2753" y="2295"/>
                  </a:cubicBezTo>
                  <a:lnTo>
                    <a:pt x="2349" y="2033"/>
                  </a:lnTo>
                  <a:cubicBezTo>
                    <a:pt x="2634" y="1581"/>
                    <a:pt x="3015" y="1200"/>
                    <a:pt x="3492" y="890"/>
                  </a:cubicBezTo>
                  <a:lnTo>
                    <a:pt x="3730" y="1319"/>
                  </a:lnTo>
                  <a:cubicBezTo>
                    <a:pt x="3755" y="1370"/>
                    <a:pt x="3801" y="1393"/>
                    <a:pt x="3850" y="1393"/>
                  </a:cubicBezTo>
                  <a:cubicBezTo>
                    <a:pt x="3891" y="1393"/>
                    <a:pt x="3935" y="1376"/>
                    <a:pt x="3968" y="1342"/>
                  </a:cubicBezTo>
                  <a:cubicBezTo>
                    <a:pt x="4016" y="1295"/>
                    <a:pt x="4039" y="1223"/>
                    <a:pt x="3992" y="1152"/>
                  </a:cubicBezTo>
                  <a:lnTo>
                    <a:pt x="3754" y="747"/>
                  </a:lnTo>
                  <a:cubicBezTo>
                    <a:pt x="4254" y="485"/>
                    <a:pt x="4778" y="342"/>
                    <a:pt x="5325" y="318"/>
                  </a:cubicBezTo>
                  <a:lnTo>
                    <a:pt x="5325" y="795"/>
                  </a:lnTo>
                  <a:cubicBezTo>
                    <a:pt x="5325" y="866"/>
                    <a:pt x="5373" y="938"/>
                    <a:pt x="5444" y="961"/>
                  </a:cubicBezTo>
                  <a:cubicBezTo>
                    <a:pt x="5457" y="964"/>
                    <a:pt x="5469" y="966"/>
                    <a:pt x="5481" y="966"/>
                  </a:cubicBezTo>
                  <a:cubicBezTo>
                    <a:pt x="5563" y="966"/>
                    <a:pt x="5635" y="898"/>
                    <a:pt x="5635" y="795"/>
                  </a:cubicBezTo>
                  <a:lnTo>
                    <a:pt x="5635" y="318"/>
                  </a:lnTo>
                  <a:close/>
                  <a:moveTo>
                    <a:pt x="5413" y="0"/>
                  </a:moveTo>
                  <a:cubicBezTo>
                    <a:pt x="4081" y="0"/>
                    <a:pt x="2741" y="643"/>
                    <a:pt x="1944" y="2081"/>
                  </a:cubicBezTo>
                  <a:cubicBezTo>
                    <a:pt x="298" y="5012"/>
                    <a:pt x="2648" y="8124"/>
                    <a:pt x="5462" y="8124"/>
                  </a:cubicBezTo>
                  <a:cubicBezTo>
                    <a:pt x="6192" y="8124"/>
                    <a:pt x="6953" y="7914"/>
                    <a:pt x="7683" y="7439"/>
                  </a:cubicBezTo>
                  <a:lnTo>
                    <a:pt x="7921" y="7677"/>
                  </a:lnTo>
                  <a:cubicBezTo>
                    <a:pt x="7183" y="8153"/>
                    <a:pt x="6349" y="8415"/>
                    <a:pt x="5468" y="8415"/>
                  </a:cubicBezTo>
                  <a:cubicBezTo>
                    <a:pt x="2539" y="8391"/>
                    <a:pt x="443" y="5581"/>
                    <a:pt x="1277" y="2771"/>
                  </a:cubicBezTo>
                  <a:cubicBezTo>
                    <a:pt x="1301" y="2700"/>
                    <a:pt x="1253" y="2605"/>
                    <a:pt x="1182" y="2581"/>
                  </a:cubicBezTo>
                  <a:cubicBezTo>
                    <a:pt x="1165" y="2577"/>
                    <a:pt x="1149" y="2575"/>
                    <a:pt x="1133" y="2575"/>
                  </a:cubicBezTo>
                  <a:cubicBezTo>
                    <a:pt x="1056" y="2575"/>
                    <a:pt x="987" y="2621"/>
                    <a:pt x="967" y="2700"/>
                  </a:cubicBezTo>
                  <a:cubicBezTo>
                    <a:pt x="1" y="5946"/>
                    <a:pt x="2581" y="8745"/>
                    <a:pt x="5479" y="8745"/>
                  </a:cubicBezTo>
                  <a:cubicBezTo>
                    <a:pt x="6366" y="8745"/>
                    <a:pt x="7282" y="8483"/>
                    <a:pt x="8135" y="7891"/>
                  </a:cubicBezTo>
                  <a:lnTo>
                    <a:pt x="8755" y="8511"/>
                  </a:lnTo>
                  <a:cubicBezTo>
                    <a:pt x="8790" y="8534"/>
                    <a:pt x="8832" y="8546"/>
                    <a:pt x="8874" y="8546"/>
                  </a:cubicBezTo>
                  <a:cubicBezTo>
                    <a:pt x="8915" y="8546"/>
                    <a:pt x="8957" y="8534"/>
                    <a:pt x="8993" y="8511"/>
                  </a:cubicBezTo>
                  <a:lnTo>
                    <a:pt x="9779" y="7701"/>
                  </a:lnTo>
                  <a:cubicBezTo>
                    <a:pt x="9850" y="7653"/>
                    <a:pt x="9850" y="7558"/>
                    <a:pt x="9779" y="7487"/>
                  </a:cubicBezTo>
                  <a:cubicBezTo>
                    <a:pt x="9755" y="7451"/>
                    <a:pt x="9713" y="7433"/>
                    <a:pt x="9672" y="7433"/>
                  </a:cubicBezTo>
                  <a:cubicBezTo>
                    <a:pt x="9630" y="7433"/>
                    <a:pt x="9588" y="7451"/>
                    <a:pt x="9564" y="7487"/>
                  </a:cubicBezTo>
                  <a:lnTo>
                    <a:pt x="8874" y="8177"/>
                  </a:lnTo>
                  <a:lnTo>
                    <a:pt x="7111" y="6415"/>
                  </a:lnTo>
                  <a:lnTo>
                    <a:pt x="7588" y="6415"/>
                  </a:lnTo>
                  <a:cubicBezTo>
                    <a:pt x="7635" y="6415"/>
                    <a:pt x="7683" y="6391"/>
                    <a:pt x="7707" y="6343"/>
                  </a:cubicBezTo>
                  <a:lnTo>
                    <a:pt x="8040" y="5867"/>
                  </a:lnTo>
                  <a:lnTo>
                    <a:pt x="8731" y="7201"/>
                  </a:lnTo>
                  <a:cubicBezTo>
                    <a:pt x="8767" y="7248"/>
                    <a:pt x="8820" y="7272"/>
                    <a:pt x="8874" y="7272"/>
                  </a:cubicBezTo>
                  <a:cubicBezTo>
                    <a:pt x="8927" y="7272"/>
                    <a:pt x="8981" y="7248"/>
                    <a:pt x="9017" y="7201"/>
                  </a:cubicBezTo>
                  <a:lnTo>
                    <a:pt x="9374" y="6415"/>
                  </a:lnTo>
                  <a:lnTo>
                    <a:pt x="9969" y="6415"/>
                  </a:lnTo>
                  <a:cubicBezTo>
                    <a:pt x="9975" y="6416"/>
                    <a:pt x="9981" y="6416"/>
                    <a:pt x="9987" y="6416"/>
                  </a:cubicBezTo>
                  <a:cubicBezTo>
                    <a:pt x="10154" y="6416"/>
                    <a:pt x="10154" y="6104"/>
                    <a:pt x="9987" y="6104"/>
                  </a:cubicBezTo>
                  <a:cubicBezTo>
                    <a:pt x="9981" y="6104"/>
                    <a:pt x="9975" y="6105"/>
                    <a:pt x="9969" y="6105"/>
                  </a:cubicBezTo>
                  <a:lnTo>
                    <a:pt x="9255" y="6105"/>
                  </a:lnTo>
                  <a:cubicBezTo>
                    <a:pt x="9255" y="6105"/>
                    <a:pt x="9159" y="6153"/>
                    <a:pt x="9136" y="6201"/>
                  </a:cubicBezTo>
                  <a:lnTo>
                    <a:pt x="8850" y="6772"/>
                  </a:lnTo>
                  <a:lnTo>
                    <a:pt x="8183" y="5486"/>
                  </a:lnTo>
                  <a:cubicBezTo>
                    <a:pt x="8147" y="5439"/>
                    <a:pt x="8094" y="5415"/>
                    <a:pt x="8040" y="5415"/>
                  </a:cubicBezTo>
                  <a:cubicBezTo>
                    <a:pt x="7987" y="5415"/>
                    <a:pt x="7933" y="5439"/>
                    <a:pt x="7897" y="5486"/>
                  </a:cubicBezTo>
                  <a:lnTo>
                    <a:pt x="7492" y="6129"/>
                  </a:lnTo>
                  <a:lnTo>
                    <a:pt x="6802" y="6129"/>
                  </a:lnTo>
                  <a:cubicBezTo>
                    <a:pt x="6802" y="6129"/>
                    <a:pt x="6540" y="5415"/>
                    <a:pt x="6683" y="5057"/>
                  </a:cubicBezTo>
                  <a:cubicBezTo>
                    <a:pt x="6872" y="4608"/>
                    <a:pt x="7285" y="4382"/>
                    <a:pt x="7696" y="4382"/>
                  </a:cubicBezTo>
                  <a:cubicBezTo>
                    <a:pt x="8112" y="4382"/>
                    <a:pt x="8527" y="4614"/>
                    <a:pt x="8707" y="5081"/>
                  </a:cubicBezTo>
                  <a:cubicBezTo>
                    <a:pt x="8731" y="5153"/>
                    <a:pt x="8796" y="5188"/>
                    <a:pt x="8862" y="5188"/>
                  </a:cubicBezTo>
                  <a:cubicBezTo>
                    <a:pt x="8927" y="5188"/>
                    <a:pt x="8993" y="5153"/>
                    <a:pt x="9017" y="5081"/>
                  </a:cubicBezTo>
                  <a:cubicBezTo>
                    <a:pt x="9196" y="4614"/>
                    <a:pt x="9611" y="4382"/>
                    <a:pt x="10028" y="4382"/>
                  </a:cubicBezTo>
                  <a:cubicBezTo>
                    <a:pt x="10439" y="4382"/>
                    <a:pt x="10852" y="4608"/>
                    <a:pt x="11041" y="5057"/>
                  </a:cubicBezTo>
                  <a:cubicBezTo>
                    <a:pt x="11208" y="5462"/>
                    <a:pt x="11136" y="5939"/>
                    <a:pt x="10803" y="6248"/>
                  </a:cubicBezTo>
                  <a:lnTo>
                    <a:pt x="10041" y="7010"/>
                  </a:lnTo>
                  <a:cubicBezTo>
                    <a:pt x="9969" y="7082"/>
                    <a:pt x="9969" y="7177"/>
                    <a:pt x="10041" y="7248"/>
                  </a:cubicBezTo>
                  <a:cubicBezTo>
                    <a:pt x="10064" y="7272"/>
                    <a:pt x="10106" y="7284"/>
                    <a:pt x="10148" y="7284"/>
                  </a:cubicBezTo>
                  <a:cubicBezTo>
                    <a:pt x="10189" y="7284"/>
                    <a:pt x="10231" y="7272"/>
                    <a:pt x="10255" y="7248"/>
                  </a:cubicBezTo>
                  <a:lnTo>
                    <a:pt x="11041" y="6463"/>
                  </a:lnTo>
                  <a:cubicBezTo>
                    <a:pt x="11446" y="6058"/>
                    <a:pt x="11565" y="5462"/>
                    <a:pt x="11327" y="4938"/>
                  </a:cubicBezTo>
                  <a:lnTo>
                    <a:pt x="11350" y="4915"/>
                  </a:lnTo>
                  <a:cubicBezTo>
                    <a:pt x="11136" y="4438"/>
                    <a:pt x="10684" y="4105"/>
                    <a:pt x="10160" y="4057"/>
                  </a:cubicBezTo>
                  <a:cubicBezTo>
                    <a:pt x="10160" y="3867"/>
                    <a:pt x="10136" y="3676"/>
                    <a:pt x="10112" y="3510"/>
                  </a:cubicBezTo>
                  <a:cubicBezTo>
                    <a:pt x="10112" y="3427"/>
                    <a:pt x="10058" y="3362"/>
                    <a:pt x="9982" y="3362"/>
                  </a:cubicBezTo>
                  <a:cubicBezTo>
                    <a:pt x="9970" y="3362"/>
                    <a:pt x="9958" y="3364"/>
                    <a:pt x="9945" y="3367"/>
                  </a:cubicBezTo>
                  <a:cubicBezTo>
                    <a:pt x="9874" y="3367"/>
                    <a:pt x="9802" y="3462"/>
                    <a:pt x="9802" y="3533"/>
                  </a:cubicBezTo>
                  <a:cubicBezTo>
                    <a:pt x="9826" y="3724"/>
                    <a:pt x="9850" y="3891"/>
                    <a:pt x="9826" y="4057"/>
                  </a:cubicBezTo>
                  <a:cubicBezTo>
                    <a:pt x="9731" y="4081"/>
                    <a:pt x="9612" y="4105"/>
                    <a:pt x="9493" y="4153"/>
                  </a:cubicBezTo>
                  <a:cubicBezTo>
                    <a:pt x="9566" y="1579"/>
                    <a:pt x="7499" y="0"/>
                    <a:pt x="5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1" name="Google Shape;911;p41"/>
          <p:cNvGrpSpPr/>
          <p:nvPr/>
        </p:nvGrpSpPr>
        <p:grpSpPr>
          <a:xfrm>
            <a:off x="1711079" y="1287178"/>
            <a:ext cx="378827" cy="355291"/>
            <a:chOff x="4779104" y="2133028"/>
            <a:chExt cx="378827" cy="355291"/>
          </a:xfrm>
        </p:grpSpPr>
        <p:sp>
          <p:nvSpPr>
            <p:cNvPr id="912" name="Google Shape;912;p41"/>
            <p:cNvSpPr/>
            <p:nvPr/>
          </p:nvSpPr>
          <p:spPr>
            <a:xfrm>
              <a:off x="4779104" y="2133028"/>
              <a:ext cx="378827" cy="355291"/>
            </a:xfrm>
            <a:custGeom>
              <a:rect b="b" l="l" r="r" t="t"/>
              <a:pathLst>
                <a:path extrusionOk="0" h="10582" w="11283">
                  <a:moveTo>
                    <a:pt x="10616" y="3116"/>
                  </a:moveTo>
                  <a:lnTo>
                    <a:pt x="10616" y="3116"/>
                  </a:lnTo>
                  <a:cubicBezTo>
                    <a:pt x="10973" y="3926"/>
                    <a:pt x="10854" y="4878"/>
                    <a:pt x="10330" y="5617"/>
                  </a:cubicBezTo>
                  <a:lnTo>
                    <a:pt x="9901" y="5617"/>
                  </a:lnTo>
                  <a:cubicBezTo>
                    <a:pt x="10473" y="5021"/>
                    <a:pt x="10663" y="4140"/>
                    <a:pt x="10377" y="3378"/>
                  </a:cubicBezTo>
                  <a:cubicBezTo>
                    <a:pt x="10473" y="3307"/>
                    <a:pt x="10544" y="3211"/>
                    <a:pt x="10616" y="3116"/>
                  </a:cubicBezTo>
                  <a:close/>
                  <a:moveTo>
                    <a:pt x="3360" y="1544"/>
                  </a:moveTo>
                  <a:cubicBezTo>
                    <a:pt x="4362" y="1544"/>
                    <a:pt x="5264" y="2181"/>
                    <a:pt x="5638" y="3116"/>
                  </a:cubicBezTo>
                  <a:cubicBezTo>
                    <a:pt x="5662" y="3188"/>
                    <a:pt x="5728" y="3223"/>
                    <a:pt x="5793" y="3223"/>
                  </a:cubicBezTo>
                  <a:cubicBezTo>
                    <a:pt x="5859" y="3223"/>
                    <a:pt x="5924" y="3188"/>
                    <a:pt x="5948" y="3116"/>
                  </a:cubicBezTo>
                  <a:cubicBezTo>
                    <a:pt x="6162" y="2568"/>
                    <a:pt x="6567" y="2116"/>
                    <a:pt x="7067" y="1854"/>
                  </a:cubicBezTo>
                  <a:cubicBezTo>
                    <a:pt x="7067" y="1949"/>
                    <a:pt x="7091" y="2068"/>
                    <a:pt x="7091" y="2187"/>
                  </a:cubicBezTo>
                  <a:cubicBezTo>
                    <a:pt x="6710" y="2449"/>
                    <a:pt x="6400" y="2806"/>
                    <a:pt x="6234" y="3235"/>
                  </a:cubicBezTo>
                  <a:cubicBezTo>
                    <a:pt x="6162" y="3426"/>
                    <a:pt x="5984" y="3521"/>
                    <a:pt x="5805" y="3521"/>
                  </a:cubicBezTo>
                  <a:cubicBezTo>
                    <a:pt x="5626" y="3521"/>
                    <a:pt x="5448" y="3426"/>
                    <a:pt x="5376" y="3235"/>
                  </a:cubicBezTo>
                  <a:cubicBezTo>
                    <a:pt x="5008" y="2364"/>
                    <a:pt x="4180" y="1859"/>
                    <a:pt x="3316" y="1859"/>
                  </a:cubicBezTo>
                  <a:cubicBezTo>
                    <a:pt x="2951" y="1859"/>
                    <a:pt x="2579" y="1949"/>
                    <a:pt x="2233" y="2140"/>
                  </a:cubicBezTo>
                  <a:cubicBezTo>
                    <a:pt x="2138" y="2164"/>
                    <a:pt x="2114" y="2259"/>
                    <a:pt x="2161" y="2330"/>
                  </a:cubicBezTo>
                  <a:cubicBezTo>
                    <a:pt x="2193" y="2394"/>
                    <a:pt x="2246" y="2425"/>
                    <a:pt x="2299" y="2425"/>
                  </a:cubicBezTo>
                  <a:cubicBezTo>
                    <a:pt x="2325" y="2425"/>
                    <a:pt x="2352" y="2418"/>
                    <a:pt x="2376" y="2402"/>
                  </a:cubicBezTo>
                  <a:cubicBezTo>
                    <a:pt x="2662" y="2235"/>
                    <a:pt x="2971" y="2164"/>
                    <a:pt x="3305" y="2164"/>
                  </a:cubicBezTo>
                  <a:cubicBezTo>
                    <a:pt x="4067" y="2164"/>
                    <a:pt x="4781" y="2640"/>
                    <a:pt x="5067" y="3354"/>
                  </a:cubicBezTo>
                  <a:cubicBezTo>
                    <a:pt x="5198" y="3688"/>
                    <a:pt x="5495" y="3854"/>
                    <a:pt x="5793" y="3854"/>
                  </a:cubicBezTo>
                  <a:cubicBezTo>
                    <a:pt x="6091" y="3854"/>
                    <a:pt x="6389" y="3688"/>
                    <a:pt x="6519" y="3354"/>
                  </a:cubicBezTo>
                  <a:cubicBezTo>
                    <a:pt x="6662" y="3021"/>
                    <a:pt x="6877" y="2735"/>
                    <a:pt x="7162" y="2545"/>
                  </a:cubicBezTo>
                  <a:cubicBezTo>
                    <a:pt x="7440" y="3395"/>
                    <a:pt x="8212" y="3897"/>
                    <a:pt x="9024" y="3897"/>
                  </a:cubicBezTo>
                  <a:cubicBezTo>
                    <a:pt x="9394" y="3897"/>
                    <a:pt x="9772" y="3792"/>
                    <a:pt x="10115" y="3569"/>
                  </a:cubicBezTo>
                  <a:lnTo>
                    <a:pt x="10115" y="3569"/>
                  </a:lnTo>
                  <a:cubicBezTo>
                    <a:pt x="10306" y="4235"/>
                    <a:pt x="10115" y="4926"/>
                    <a:pt x="9639" y="5402"/>
                  </a:cubicBezTo>
                  <a:lnTo>
                    <a:pt x="9472" y="5593"/>
                  </a:lnTo>
                  <a:lnTo>
                    <a:pt x="8020" y="5593"/>
                  </a:lnTo>
                  <a:cubicBezTo>
                    <a:pt x="8020" y="5593"/>
                    <a:pt x="7925" y="5593"/>
                    <a:pt x="7901" y="5640"/>
                  </a:cubicBezTo>
                  <a:lnTo>
                    <a:pt x="7353" y="6379"/>
                  </a:lnTo>
                  <a:lnTo>
                    <a:pt x="6567" y="4474"/>
                  </a:lnTo>
                  <a:cubicBezTo>
                    <a:pt x="6543" y="4402"/>
                    <a:pt x="6484" y="4366"/>
                    <a:pt x="6424" y="4366"/>
                  </a:cubicBezTo>
                  <a:cubicBezTo>
                    <a:pt x="6365" y="4366"/>
                    <a:pt x="6305" y="4402"/>
                    <a:pt x="6281" y="4474"/>
                  </a:cubicBezTo>
                  <a:lnTo>
                    <a:pt x="5353" y="7069"/>
                  </a:lnTo>
                  <a:lnTo>
                    <a:pt x="4138" y="3616"/>
                  </a:lnTo>
                  <a:cubicBezTo>
                    <a:pt x="4112" y="3539"/>
                    <a:pt x="4045" y="3496"/>
                    <a:pt x="3977" y="3496"/>
                  </a:cubicBezTo>
                  <a:cubicBezTo>
                    <a:pt x="3919" y="3496"/>
                    <a:pt x="3861" y="3527"/>
                    <a:pt x="3828" y="3592"/>
                  </a:cubicBezTo>
                  <a:lnTo>
                    <a:pt x="2828" y="5617"/>
                  </a:lnTo>
                  <a:lnTo>
                    <a:pt x="2138" y="5617"/>
                  </a:lnTo>
                  <a:lnTo>
                    <a:pt x="1947" y="5426"/>
                  </a:lnTo>
                  <a:cubicBezTo>
                    <a:pt x="1256" y="4712"/>
                    <a:pt x="1233" y="3569"/>
                    <a:pt x="1899" y="2806"/>
                  </a:cubicBezTo>
                  <a:cubicBezTo>
                    <a:pt x="2005" y="2701"/>
                    <a:pt x="1902" y="2555"/>
                    <a:pt x="1783" y="2555"/>
                  </a:cubicBezTo>
                  <a:cubicBezTo>
                    <a:pt x="1742" y="2555"/>
                    <a:pt x="1698" y="2573"/>
                    <a:pt x="1661" y="2616"/>
                  </a:cubicBezTo>
                  <a:cubicBezTo>
                    <a:pt x="899" y="3473"/>
                    <a:pt x="923" y="4783"/>
                    <a:pt x="1709" y="5617"/>
                  </a:cubicBezTo>
                  <a:lnTo>
                    <a:pt x="1280" y="5617"/>
                  </a:lnTo>
                  <a:cubicBezTo>
                    <a:pt x="1" y="3958"/>
                    <a:pt x="1174" y="1544"/>
                    <a:pt x="3274" y="1544"/>
                  </a:cubicBezTo>
                  <a:cubicBezTo>
                    <a:pt x="3284" y="1544"/>
                    <a:pt x="3294" y="1544"/>
                    <a:pt x="3305" y="1544"/>
                  </a:cubicBezTo>
                  <a:cubicBezTo>
                    <a:pt x="3323" y="1544"/>
                    <a:pt x="3341" y="1544"/>
                    <a:pt x="3360" y="1544"/>
                  </a:cubicBezTo>
                  <a:close/>
                  <a:moveTo>
                    <a:pt x="3971" y="4045"/>
                  </a:moveTo>
                  <a:lnTo>
                    <a:pt x="5210" y="7617"/>
                  </a:lnTo>
                  <a:cubicBezTo>
                    <a:pt x="5234" y="7688"/>
                    <a:pt x="5293" y="7724"/>
                    <a:pt x="5356" y="7724"/>
                  </a:cubicBezTo>
                  <a:cubicBezTo>
                    <a:pt x="5418" y="7724"/>
                    <a:pt x="5484" y="7688"/>
                    <a:pt x="5519" y="7617"/>
                  </a:cubicBezTo>
                  <a:lnTo>
                    <a:pt x="6448" y="4974"/>
                  </a:lnTo>
                  <a:lnTo>
                    <a:pt x="7186" y="6736"/>
                  </a:lnTo>
                  <a:cubicBezTo>
                    <a:pt x="7214" y="6805"/>
                    <a:pt x="7274" y="6842"/>
                    <a:pt x="7334" y="6842"/>
                  </a:cubicBezTo>
                  <a:cubicBezTo>
                    <a:pt x="7376" y="6842"/>
                    <a:pt x="7418" y="6823"/>
                    <a:pt x="7448" y="6783"/>
                  </a:cubicBezTo>
                  <a:lnTo>
                    <a:pt x="8115" y="5879"/>
                  </a:lnTo>
                  <a:lnTo>
                    <a:pt x="9163" y="5879"/>
                  </a:lnTo>
                  <a:lnTo>
                    <a:pt x="5805" y="9284"/>
                  </a:lnTo>
                  <a:lnTo>
                    <a:pt x="2447" y="5902"/>
                  </a:lnTo>
                  <a:lnTo>
                    <a:pt x="2947" y="5902"/>
                  </a:lnTo>
                  <a:cubicBezTo>
                    <a:pt x="2995" y="5902"/>
                    <a:pt x="3043" y="5879"/>
                    <a:pt x="3066" y="5831"/>
                  </a:cubicBezTo>
                  <a:lnTo>
                    <a:pt x="3971" y="4045"/>
                  </a:lnTo>
                  <a:close/>
                  <a:moveTo>
                    <a:pt x="9036" y="0"/>
                  </a:moveTo>
                  <a:cubicBezTo>
                    <a:pt x="8172" y="0"/>
                    <a:pt x="7351" y="570"/>
                    <a:pt x="7115" y="1497"/>
                  </a:cubicBezTo>
                  <a:cubicBezTo>
                    <a:pt x="6567" y="1735"/>
                    <a:pt x="6091" y="2164"/>
                    <a:pt x="5805" y="2711"/>
                  </a:cubicBezTo>
                  <a:cubicBezTo>
                    <a:pt x="5279" y="1770"/>
                    <a:pt x="4303" y="1235"/>
                    <a:pt x="3301" y="1235"/>
                  </a:cubicBezTo>
                  <a:cubicBezTo>
                    <a:pt x="2808" y="1235"/>
                    <a:pt x="2308" y="1365"/>
                    <a:pt x="1852" y="1640"/>
                  </a:cubicBezTo>
                  <a:cubicBezTo>
                    <a:pt x="471" y="2449"/>
                    <a:pt x="42" y="4235"/>
                    <a:pt x="899" y="5617"/>
                  </a:cubicBezTo>
                  <a:lnTo>
                    <a:pt x="613" y="5617"/>
                  </a:lnTo>
                  <a:cubicBezTo>
                    <a:pt x="604" y="5613"/>
                    <a:pt x="594" y="5612"/>
                    <a:pt x="585" y="5612"/>
                  </a:cubicBezTo>
                  <a:cubicBezTo>
                    <a:pt x="524" y="5612"/>
                    <a:pt x="467" y="5674"/>
                    <a:pt x="447" y="5736"/>
                  </a:cubicBezTo>
                  <a:cubicBezTo>
                    <a:pt x="447" y="5831"/>
                    <a:pt x="518" y="5926"/>
                    <a:pt x="613" y="5926"/>
                  </a:cubicBezTo>
                  <a:lnTo>
                    <a:pt x="1114" y="5926"/>
                  </a:lnTo>
                  <a:lnTo>
                    <a:pt x="3876" y="8665"/>
                  </a:lnTo>
                  <a:cubicBezTo>
                    <a:pt x="3900" y="8701"/>
                    <a:pt x="3936" y="8718"/>
                    <a:pt x="3974" y="8718"/>
                  </a:cubicBezTo>
                  <a:cubicBezTo>
                    <a:pt x="4013" y="8718"/>
                    <a:pt x="4055" y="8701"/>
                    <a:pt x="4090" y="8665"/>
                  </a:cubicBezTo>
                  <a:cubicBezTo>
                    <a:pt x="4162" y="8593"/>
                    <a:pt x="4162" y="8498"/>
                    <a:pt x="4090" y="8451"/>
                  </a:cubicBezTo>
                  <a:lnTo>
                    <a:pt x="1542" y="5926"/>
                  </a:lnTo>
                  <a:lnTo>
                    <a:pt x="1995" y="5926"/>
                  </a:lnTo>
                  <a:lnTo>
                    <a:pt x="5686" y="9594"/>
                  </a:lnTo>
                  <a:cubicBezTo>
                    <a:pt x="5710" y="9617"/>
                    <a:pt x="5746" y="9629"/>
                    <a:pt x="5784" y="9629"/>
                  </a:cubicBezTo>
                  <a:cubicBezTo>
                    <a:pt x="5823" y="9629"/>
                    <a:pt x="5865" y="9617"/>
                    <a:pt x="5900" y="9594"/>
                  </a:cubicBezTo>
                  <a:lnTo>
                    <a:pt x="9592" y="5926"/>
                  </a:lnTo>
                  <a:lnTo>
                    <a:pt x="10020" y="5926"/>
                  </a:lnTo>
                  <a:lnTo>
                    <a:pt x="5781" y="10189"/>
                  </a:lnTo>
                  <a:lnTo>
                    <a:pt x="4567" y="8974"/>
                  </a:lnTo>
                  <a:cubicBezTo>
                    <a:pt x="4534" y="8941"/>
                    <a:pt x="4490" y="8923"/>
                    <a:pt x="4448" y="8923"/>
                  </a:cubicBezTo>
                  <a:cubicBezTo>
                    <a:pt x="4400" y="8923"/>
                    <a:pt x="4354" y="8947"/>
                    <a:pt x="4329" y="8998"/>
                  </a:cubicBezTo>
                  <a:cubicBezTo>
                    <a:pt x="4281" y="9070"/>
                    <a:pt x="4281" y="9141"/>
                    <a:pt x="4352" y="9189"/>
                  </a:cubicBezTo>
                  <a:lnTo>
                    <a:pt x="5686" y="10546"/>
                  </a:lnTo>
                  <a:cubicBezTo>
                    <a:pt x="5710" y="10570"/>
                    <a:pt x="5746" y="10582"/>
                    <a:pt x="5784" y="10582"/>
                  </a:cubicBezTo>
                  <a:cubicBezTo>
                    <a:pt x="5823" y="10582"/>
                    <a:pt x="5865" y="10570"/>
                    <a:pt x="5900" y="10546"/>
                  </a:cubicBezTo>
                  <a:cubicBezTo>
                    <a:pt x="10497" y="5879"/>
                    <a:pt x="10306" y="6093"/>
                    <a:pt x="10449" y="5926"/>
                  </a:cubicBezTo>
                  <a:lnTo>
                    <a:pt x="10973" y="5926"/>
                  </a:lnTo>
                  <a:cubicBezTo>
                    <a:pt x="11068" y="5926"/>
                    <a:pt x="11139" y="5831"/>
                    <a:pt x="11116" y="5736"/>
                  </a:cubicBezTo>
                  <a:cubicBezTo>
                    <a:pt x="11092" y="5664"/>
                    <a:pt x="11044" y="5617"/>
                    <a:pt x="10973" y="5617"/>
                  </a:cubicBezTo>
                  <a:lnTo>
                    <a:pt x="10687" y="5617"/>
                  </a:lnTo>
                  <a:cubicBezTo>
                    <a:pt x="11235" y="4759"/>
                    <a:pt x="11282" y="3688"/>
                    <a:pt x="10806" y="2783"/>
                  </a:cubicBezTo>
                  <a:cubicBezTo>
                    <a:pt x="11116" y="2140"/>
                    <a:pt x="11044" y="1378"/>
                    <a:pt x="10616" y="806"/>
                  </a:cubicBezTo>
                  <a:cubicBezTo>
                    <a:pt x="10588" y="765"/>
                    <a:pt x="10536" y="739"/>
                    <a:pt x="10488" y="739"/>
                  </a:cubicBezTo>
                  <a:cubicBezTo>
                    <a:pt x="10454" y="739"/>
                    <a:pt x="10421" y="752"/>
                    <a:pt x="10401" y="782"/>
                  </a:cubicBezTo>
                  <a:cubicBezTo>
                    <a:pt x="10330" y="830"/>
                    <a:pt x="10330" y="925"/>
                    <a:pt x="10377" y="997"/>
                  </a:cubicBezTo>
                  <a:cubicBezTo>
                    <a:pt x="11243" y="2223"/>
                    <a:pt x="10197" y="3586"/>
                    <a:pt x="9028" y="3586"/>
                  </a:cubicBezTo>
                  <a:cubicBezTo>
                    <a:pt x="8653" y="3586"/>
                    <a:pt x="8266" y="3446"/>
                    <a:pt x="7925" y="3116"/>
                  </a:cubicBezTo>
                  <a:cubicBezTo>
                    <a:pt x="6755" y="2005"/>
                    <a:pt x="7723" y="289"/>
                    <a:pt x="9027" y="289"/>
                  </a:cubicBezTo>
                  <a:cubicBezTo>
                    <a:pt x="9316" y="289"/>
                    <a:pt x="9622" y="373"/>
                    <a:pt x="9925" y="568"/>
                  </a:cubicBezTo>
                  <a:cubicBezTo>
                    <a:pt x="9949" y="584"/>
                    <a:pt x="9975" y="592"/>
                    <a:pt x="10002" y="592"/>
                  </a:cubicBezTo>
                  <a:cubicBezTo>
                    <a:pt x="10055" y="592"/>
                    <a:pt x="10108" y="560"/>
                    <a:pt x="10139" y="497"/>
                  </a:cubicBezTo>
                  <a:cubicBezTo>
                    <a:pt x="10163" y="425"/>
                    <a:pt x="10139" y="330"/>
                    <a:pt x="10092" y="306"/>
                  </a:cubicBezTo>
                  <a:cubicBezTo>
                    <a:pt x="9758" y="97"/>
                    <a:pt x="9393" y="0"/>
                    <a:pt x="90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5044347" y="2160862"/>
              <a:ext cx="76014" cy="75208"/>
            </a:xfrm>
            <a:custGeom>
              <a:rect b="b" l="l" r="r" t="t"/>
              <a:pathLst>
                <a:path extrusionOk="0" h="2240" w="2264">
                  <a:moveTo>
                    <a:pt x="1311" y="287"/>
                  </a:moveTo>
                  <a:lnTo>
                    <a:pt x="1311" y="787"/>
                  </a:lnTo>
                  <a:cubicBezTo>
                    <a:pt x="1311" y="858"/>
                    <a:pt x="1382" y="930"/>
                    <a:pt x="1453" y="930"/>
                  </a:cubicBezTo>
                  <a:lnTo>
                    <a:pt x="1954" y="930"/>
                  </a:lnTo>
                  <a:lnTo>
                    <a:pt x="1954" y="1263"/>
                  </a:lnTo>
                  <a:lnTo>
                    <a:pt x="1453" y="1263"/>
                  </a:lnTo>
                  <a:cubicBezTo>
                    <a:pt x="1382" y="1263"/>
                    <a:pt x="1311" y="1335"/>
                    <a:pt x="1311" y="1430"/>
                  </a:cubicBezTo>
                  <a:lnTo>
                    <a:pt x="1311" y="1906"/>
                  </a:lnTo>
                  <a:lnTo>
                    <a:pt x="977" y="1906"/>
                  </a:lnTo>
                  <a:lnTo>
                    <a:pt x="977" y="1430"/>
                  </a:lnTo>
                  <a:cubicBezTo>
                    <a:pt x="977" y="1335"/>
                    <a:pt x="906" y="1263"/>
                    <a:pt x="810" y="1263"/>
                  </a:cubicBezTo>
                  <a:lnTo>
                    <a:pt x="334" y="1263"/>
                  </a:lnTo>
                  <a:lnTo>
                    <a:pt x="334" y="930"/>
                  </a:lnTo>
                  <a:lnTo>
                    <a:pt x="810" y="930"/>
                  </a:lnTo>
                  <a:cubicBezTo>
                    <a:pt x="906" y="930"/>
                    <a:pt x="977" y="858"/>
                    <a:pt x="977" y="787"/>
                  </a:cubicBezTo>
                  <a:lnTo>
                    <a:pt x="977" y="287"/>
                  </a:lnTo>
                  <a:close/>
                  <a:moveTo>
                    <a:pt x="810" y="1"/>
                  </a:moveTo>
                  <a:cubicBezTo>
                    <a:pt x="715" y="1"/>
                    <a:pt x="644" y="49"/>
                    <a:pt x="668" y="144"/>
                  </a:cubicBezTo>
                  <a:lnTo>
                    <a:pt x="668" y="644"/>
                  </a:lnTo>
                  <a:lnTo>
                    <a:pt x="167" y="644"/>
                  </a:lnTo>
                  <a:cubicBezTo>
                    <a:pt x="72" y="644"/>
                    <a:pt x="1" y="715"/>
                    <a:pt x="1" y="787"/>
                  </a:cubicBezTo>
                  <a:lnTo>
                    <a:pt x="1" y="1454"/>
                  </a:lnTo>
                  <a:cubicBezTo>
                    <a:pt x="1" y="1525"/>
                    <a:pt x="72" y="1596"/>
                    <a:pt x="167" y="1596"/>
                  </a:cubicBezTo>
                  <a:lnTo>
                    <a:pt x="668" y="1596"/>
                  </a:lnTo>
                  <a:lnTo>
                    <a:pt x="668" y="2097"/>
                  </a:lnTo>
                  <a:cubicBezTo>
                    <a:pt x="644" y="2168"/>
                    <a:pt x="715" y="2239"/>
                    <a:pt x="810" y="2239"/>
                  </a:cubicBezTo>
                  <a:lnTo>
                    <a:pt x="1453" y="2239"/>
                  </a:lnTo>
                  <a:cubicBezTo>
                    <a:pt x="1549" y="2239"/>
                    <a:pt x="1620" y="2168"/>
                    <a:pt x="1620" y="2073"/>
                  </a:cubicBezTo>
                  <a:lnTo>
                    <a:pt x="1620" y="1596"/>
                  </a:lnTo>
                  <a:lnTo>
                    <a:pt x="2096" y="1596"/>
                  </a:lnTo>
                  <a:cubicBezTo>
                    <a:pt x="2192" y="1596"/>
                    <a:pt x="2263" y="1525"/>
                    <a:pt x="2263" y="1454"/>
                  </a:cubicBezTo>
                  <a:lnTo>
                    <a:pt x="2263" y="787"/>
                  </a:lnTo>
                  <a:cubicBezTo>
                    <a:pt x="2263" y="715"/>
                    <a:pt x="2192" y="644"/>
                    <a:pt x="2096" y="644"/>
                  </a:cubicBezTo>
                  <a:lnTo>
                    <a:pt x="1620" y="644"/>
                  </a:lnTo>
                  <a:lnTo>
                    <a:pt x="1620" y="144"/>
                  </a:lnTo>
                  <a:cubicBezTo>
                    <a:pt x="1620" y="49"/>
                    <a:pt x="1549" y="1"/>
                    <a:pt x="1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4" name="Google Shape;914;p41"/>
          <p:cNvGrpSpPr/>
          <p:nvPr/>
        </p:nvGrpSpPr>
        <p:grpSpPr>
          <a:xfrm>
            <a:off x="7098407" y="1285707"/>
            <a:ext cx="290189" cy="358245"/>
            <a:chOff x="4065669" y="2131282"/>
            <a:chExt cx="290189" cy="358245"/>
          </a:xfrm>
        </p:grpSpPr>
        <p:sp>
          <p:nvSpPr>
            <p:cNvPr id="915" name="Google Shape;915;p41"/>
            <p:cNvSpPr/>
            <p:nvPr/>
          </p:nvSpPr>
          <p:spPr>
            <a:xfrm>
              <a:off x="4065669" y="2131282"/>
              <a:ext cx="290189" cy="358245"/>
            </a:xfrm>
            <a:custGeom>
              <a:rect b="b" l="l" r="r" t="t"/>
              <a:pathLst>
                <a:path extrusionOk="0" h="10670" w="8643">
                  <a:moveTo>
                    <a:pt x="5288" y="310"/>
                  </a:moveTo>
                  <a:lnTo>
                    <a:pt x="5407" y="1882"/>
                  </a:lnTo>
                  <a:cubicBezTo>
                    <a:pt x="4966" y="1704"/>
                    <a:pt x="4496" y="1614"/>
                    <a:pt x="4025" y="1614"/>
                  </a:cubicBezTo>
                  <a:cubicBezTo>
                    <a:pt x="3555" y="1614"/>
                    <a:pt x="3085" y="1704"/>
                    <a:pt x="2644" y="1882"/>
                  </a:cubicBezTo>
                  <a:lnTo>
                    <a:pt x="2763" y="310"/>
                  </a:lnTo>
                  <a:close/>
                  <a:moveTo>
                    <a:pt x="2335" y="1596"/>
                  </a:moveTo>
                  <a:lnTo>
                    <a:pt x="2311" y="2025"/>
                  </a:lnTo>
                  <a:cubicBezTo>
                    <a:pt x="2192" y="2096"/>
                    <a:pt x="2073" y="2168"/>
                    <a:pt x="1954" y="2239"/>
                  </a:cubicBezTo>
                  <a:lnTo>
                    <a:pt x="1977" y="1834"/>
                  </a:lnTo>
                  <a:cubicBezTo>
                    <a:pt x="2001" y="1715"/>
                    <a:pt x="2120" y="1596"/>
                    <a:pt x="2239" y="1596"/>
                  </a:cubicBezTo>
                  <a:close/>
                  <a:moveTo>
                    <a:pt x="5788" y="1620"/>
                  </a:moveTo>
                  <a:cubicBezTo>
                    <a:pt x="5931" y="1620"/>
                    <a:pt x="6050" y="1715"/>
                    <a:pt x="6050" y="1858"/>
                  </a:cubicBezTo>
                  <a:lnTo>
                    <a:pt x="6097" y="2239"/>
                  </a:lnTo>
                  <a:cubicBezTo>
                    <a:pt x="5978" y="2168"/>
                    <a:pt x="5859" y="2096"/>
                    <a:pt x="5740" y="2049"/>
                  </a:cubicBezTo>
                  <a:lnTo>
                    <a:pt x="5692" y="1620"/>
                  </a:lnTo>
                  <a:close/>
                  <a:moveTo>
                    <a:pt x="1954" y="8431"/>
                  </a:moveTo>
                  <a:lnTo>
                    <a:pt x="1954" y="8431"/>
                  </a:lnTo>
                  <a:cubicBezTo>
                    <a:pt x="2073" y="8503"/>
                    <a:pt x="2192" y="8574"/>
                    <a:pt x="2311" y="8645"/>
                  </a:cubicBezTo>
                  <a:lnTo>
                    <a:pt x="2335" y="9074"/>
                  </a:lnTo>
                  <a:lnTo>
                    <a:pt x="2263" y="9074"/>
                  </a:lnTo>
                  <a:cubicBezTo>
                    <a:pt x="2120" y="9074"/>
                    <a:pt x="2001" y="8955"/>
                    <a:pt x="2001" y="8836"/>
                  </a:cubicBezTo>
                  <a:lnTo>
                    <a:pt x="1954" y="8431"/>
                  </a:lnTo>
                  <a:close/>
                  <a:moveTo>
                    <a:pt x="6073" y="8431"/>
                  </a:moveTo>
                  <a:lnTo>
                    <a:pt x="6050" y="8836"/>
                  </a:lnTo>
                  <a:cubicBezTo>
                    <a:pt x="6026" y="8955"/>
                    <a:pt x="5931" y="9074"/>
                    <a:pt x="5788" y="9074"/>
                  </a:cubicBezTo>
                  <a:lnTo>
                    <a:pt x="5692" y="9074"/>
                  </a:lnTo>
                  <a:lnTo>
                    <a:pt x="5740" y="8645"/>
                  </a:lnTo>
                  <a:cubicBezTo>
                    <a:pt x="5859" y="8574"/>
                    <a:pt x="5978" y="8503"/>
                    <a:pt x="6073" y="8431"/>
                  </a:cubicBezTo>
                  <a:close/>
                  <a:moveTo>
                    <a:pt x="2620" y="1"/>
                  </a:moveTo>
                  <a:cubicBezTo>
                    <a:pt x="2549" y="1"/>
                    <a:pt x="2478" y="48"/>
                    <a:pt x="2478" y="144"/>
                  </a:cubicBezTo>
                  <a:lnTo>
                    <a:pt x="2358" y="1287"/>
                  </a:lnTo>
                  <a:lnTo>
                    <a:pt x="2239" y="1287"/>
                  </a:lnTo>
                  <a:cubicBezTo>
                    <a:pt x="1954" y="1287"/>
                    <a:pt x="1692" y="1525"/>
                    <a:pt x="1668" y="1811"/>
                  </a:cubicBezTo>
                  <a:lnTo>
                    <a:pt x="1620" y="2501"/>
                  </a:lnTo>
                  <a:cubicBezTo>
                    <a:pt x="1287" y="2763"/>
                    <a:pt x="1025" y="3097"/>
                    <a:pt x="810" y="3454"/>
                  </a:cubicBezTo>
                  <a:cubicBezTo>
                    <a:pt x="763" y="3501"/>
                    <a:pt x="787" y="3597"/>
                    <a:pt x="834" y="3644"/>
                  </a:cubicBezTo>
                  <a:cubicBezTo>
                    <a:pt x="864" y="3674"/>
                    <a:pt x="903" y="3688"/>
                    <a:pt x="940" y="3688"/>
                  </a:cubicBezTo>
                  <a:cubicBezTo>
                    <a:pt x="993" y="3688"/>
                    <a:pt x="1045" y="3662"/>
                    <a:pt x="1072" y="3621"/>
                  </a:cubicBezTo>
                  <a:cubicBezTo>
                    <a:pt x="1382" y="3097"/>
                    <a:pt x="1787" y="2692"/>
                    <a:pt x="2311" y="2382"/>
                  </a:cubicBezTo>
                  <a:cubicBezTo>
                    <a:pt x="2896" y="2036"/>
                    <a:pt x="3488" y="1884"/>
                    <a:pt x="4053" y="1884"/>
                  </a:cubicBezTo>
                  <a:cubicBezTo>
                    <a:pt x="6639" y="1884"/>
                    <a:pt x="8643" y="5074"/>
                    <a:pt x="6669" y="7478"/>
                  </a:cubicBezTo>
                  <a:cubicBezTo>
                    <a:pt x="5999" y="8301"/>
                    <a:pt x="5018" y="8733"/>
                    <a:pt x="4018" y="8733"/>
                  </a:cubicBezTo>
                  <a:cubicBezTo>
                    <a:pt x="3453" y="8733"/>
                    <a:pt x="2882" y="8595"/>
                    <a:pt x="2358" y="8312"/>
                  </a:cubicBezTo>
                  <a:cubicBezTo>
                    <a:pt x="930" y="7502"/>
                    <a:pt x="263" y="5764"/>
                    <a:pt x="810" y="4216"/>
                  </a:cubicBezTo>
                  <a:cubicBezTo>
                    <a:pt x="855" y="4082"/>
                    <a:pt x="760" y="3994"/>
                    <a:pt x="665" y="3994"/>
                  </a:cubicBezTo>
                  <a:cubicBezTo>
                    <a:pt x="608" y="3994"/>
                    <a:pt x="551" y="4026"/>
                    <a:pt x="525" y="4097"/>
                  </a:cubicBezTo>
                  <a:cubicBezTo>
                    <a:pt x="1" y="5550"/>
                    <a:pt x="453" y="7169"/>
                    <a:pt x="1620" y="8169"/>
                  </a:cubicBezTo>
                  <a:lnTo>
                    <a:pt x="1668" y="8860"/>
                  </a:lnTo>
                  <a:cubicBezTo>
                    <a:pt x="1692" y="9145"/>
                    <a:pt x="1954" y="9384"/>
                    <a:pt x="2239" y="9384"/>
                  </a:cubicBezTo>
                  <a:lnTo>
                    <a:pt x="2382" y="9384"/>
                  </a:lnTo>
                  <a:lnTo>
                    <a:pt x="2478" y="10527"/>
                  </a:lnTo>
                  <a:cubicBezTo>
                    <a:pt x="2478" y="10622"/>
                    <a:pt x="2549" y="10670"/>
                    <a:pt x="2620" y="10670"/>
                  </a:cubicBezTo>
                  <a:lnTo>
                    <a:pt x="3311" y="10670"/>
                  </a:lnTo>
                  <a:cubicBezTo>
                    <a:pt x="3382" y="10670"/>
                    <a:pt x="3454" y="10622"/>
                    <a:pt x="3478" y="10551"/>
                  </a:cubicBezTo>
                  <a:cubicBezTo>
                    <a:pt x="3478" y="10455"/>
                    <a:pt x="3406" y="10360"/>
                    <a:pt x="3311" y="10360"/>
                  </a:cubicBezTo>
                  <a:lnTo>
                    <a:pt x="2763" y="10360"/>
                  </a:lnTo>
                  <a:lnTo>
                    <a:pt x="2644" y="8788"/>
                  </a:lnTo>
                  <a:lnTo>
                    <a:pt x="2644" y="8788"/>
                  </a:lnTo>
                  <a:cubicBezTo>
                    <a:pt x="3085" y="8967"/>
                    <a:pt x="3555" y="9056"/>
                    <a:pt x="4025" y="9056"/>
                  </a:cubicBezTo>
                  <a:cubicBezTo>
                    <a:pt x="4496" y="9056"/>
                    <a:pt x="4966" y="8967"/>
                    <a:pt x="5407" y="8788"/>
                  </a:cubicBezTo>
                  <a:lnTo>
                    <a:pt x="5407" y="8788"/>
                  </a:lnTo>
                  <a:lnTo>
                    <a:pt x="5288" y="10360"/>
                  </a:lnTo>
                  <a:lnTo>
                    <a:pt x="4002" y="10360"/>
                  </a:lnTo>
                  <a:cubicBezTo>
                    <a:pt x="3930" y="10360"/>
                    <a:pt x="3859" y="10408"/>
                    <a:pt x="3835" y="10503"/>
                  </a:cubicBezTo>
                  <a:cubicBezTo>
                    <a:pt x="3835" y="10598"/>
                    <a:pt x="3906" y="10670"/>
                    <a:pt x="4002" y="10670"/>
                  </a:cubicBezTo>
                  <a:lnTo>
                    <a:pt x="5431" y="10670"/>
                  </a:lnTo>
                  <a:cubicBezTo>
                    <a:pt x="5502" y="10670"/>
                    <a:pt x="5573" y="10622"/>
                    <a:pt x="5573" y="10527"/>
                  </a:cubicBezTo>
                  <a:lnTo>
                    <a:pt x="5669" y="9384"/>
                  </a:lnTo>
                  <a:lnTo>
                    <a:pt x="5812" y="9384"/>
                  </a:lnTo>
                  <a:cubicBezTo>
                    <a:pt x="6097" y="9384"/>
                    <a:pt x="6335" y="9145"/>
                    <a:pt x="6383" y="8860"/>
                  </a:cubicBezTo>
                  <a:lnTo>
                    <a:pt x="6431" y="8169"/>
                  </a:lnTo>
                  <a:cubicBezTo>
                    <a:pt x="8193" y="6693"/>
                    <a:pt x="8193" y="3978"/>
                    <a:pt x="6431" y="2501"/>
                  </a:cubicBezTo>
                  <a:lnTo>
                    <a:pt x="6359" y="1811"/>
                  </a:lnTo>
                  <a:cubicBezTo>
                    <a:pt x="6335" y="1525"/>
                    <a:pt x="6097" y="1287"/>
                    <a:pt x="5788" y="1287"/>
                  </a:cubicBezTo>
                  <a:lnTo>
                    <a:pt x="5669" y="1287"/>
                  </a:lnTo>
                  <a:lnTo>
                    <a:pt x="5573" y="144"/>
                  </a:lnTo>
                  <a:cubicBezTo>
                    <a:pt x="5573" y="48"/>
                    <a:pt x="5502" y="1"/>
                    <a:pt x="5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1"/>
            <p:cNvSpPr/>
            <p:nvPr/>
          </p:nvSpPr>
          <p:spPr>
            <a:xfrm>
              <a:off x="4089675" y="2207632"/>
              <a:ext cx="213503" cy="206184"/>
            </a:xfrm>
            <a:custGeom>
              <a:rect b="b" l="l" r="r" t="t"/>
              <a:pathLst>
                <a:path extrusionOk="0" h="6141" w="6359">
                  <a:moveTo>
                    <a:pt x="3256" y="1"/>
                  </a:moveTo>
                  <a:cubicBezTo>
                    <a:pt x="1771" y="1"/>
                    <a:pt x="487" y="1102"/>
                    <a:pt x="262" y="2585"/>
                  </a:cubicBezTo>
                  <a:cubicBezTo>
                    <a:pt x="0" y="4180"/>
                    <a:pt x="1024" y="5681"/>
                    <a:pt x="2572" y="6062"/>
                  </a:cubicBezTo>
                  <a:cubicBezTo>
                    <a:pt x="2807" y="6115"/>
                    <a:pt x="3042" y="6141"/>
                    <a:pt x="3273" y="6141"/>
                  </a:cubicBezTo>
                  <a:cubicBezTo>
                    <a:pt x="4590" y="6141"/>
                    <a:pt x="5790" y="5307"/>
                    <a:pt x="6216" y="3990"/>
                  </a:cubicBezTo>
                  <a:cubicBezTo>
                    <a:pt x="6260" y="3872"/>
                    <a:pt x="6159" y="3791"/>
                    <a:pt x="6058" y="3791"/>
                  </a:cubicBezTo>
                  <a:cubicBezTo>
                    <a:pt x="5996" y="3791"/>
                    <a:pt x="5934" y="3822"/>
                    <a:pt x="5906" y="3895"/>
                  </a:cubicBezTo>
                  <a:cubicBezTo>
                    <a:pt x="5543" y="5067"/>
                    <a:pt x="4459" y="5827"/>
                    <a:pt x="3281" y="5827"/>
                  </a:cubicBezTo>
                  <a:cubicBezTo>
                    <a:pt x="3070" y="5827"/>
                    <a:pt x="2857" y="5803"/>
                    <a:pt x="2644" y="5752"/>
                  </a:cubicBezTo>
                  <a:cubicBezTo>
                    <a:pt x="1262" y="5419"/>
                    <a:pt x="357" y="4061"/>
                    <a:pt x="572" y="2633"/>
                  </a:cubicBezTo>
                  <a:cubicBezTo>
                    <a:pt x="775" y="1302"/>
                    <a:pt x="1939" y="313"/>
                    <a:pt x="3275" y="313"/>
                  </a:cubicBezTo>
                  <a:cubicBezTo>
                    <a:pt x="3350" y="313"/>
                    <a:pt x="3425" y="316"/>
                    <a:pt x="3501" y="323"/>
                  </a:cubicBezTo>
                  <a:cubicBezTo>
                    <a:pt x="4930" y="442"/>
                    <a:pt x="6049" y="1632"/>
                    <a:pt x="6049" y="3061"/>
                  </a:cubicBezTo>
                  <a:lnTo>
                    <a:pt x="6049" y="3252"/>
                  </a:lnTo>
                  <a:cubicBezTo>
                    <a:pt x="6049" y="3347"/>
                    <a:pt x="6097" y="3418"/>
                    <a:pt x="6192" y="3418"/>
                  </a:cubicBezTo>
                  <a:cubicBezTo>
                    <a:pt x="6205" y="3422"/>
                    <a:pt x="6217" y="3423"/>
                    <a:pt x="6228" y="3423"/>
                  </a:cubicBezTo>
                  <a:cubicBezTo>
                    <a:pt x="6305" y="3423"/>
                    <a:pt x="6359" y="3358"/>
                    <a:pt x="6359" y="3276"/>
                  </a:cubicBezTo>
                  <a:lnTo>
                    <a:pt x="6359" y="3061"/>
                  </a:lnTo>
                  <a:cubicBezTo>
                    <a:pt x="6359" y="1466"/>
                    <a:pt x="5120" y="132"/>
                    <a:pt x="3525" y="13"/>
                  </a:cubicBezTo>
                  <a:cubicBezTo>
                    <a:pt x="3434" y="5"/>
                    <a:pt x="3345" y="1"/>
                    <a:pt x="3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4131241" y="2256819"/>
              <a:ext cx="72791" cy="53821"/>
            </a:xfrm>
            <a:custGeom>
              <a:rect b="b" l="l" r="r" t="t"/>
              <a:pathLst>
                <a:path extrusionOk="0" h="1603" w="2168">
                  <a:moveTo>
                    <a:pt x="727" y="310"/>
                  </a:moveTo>
                  <a:lnTo>
                    <a:pt x="727" y="310"/>
                  </a:lnTo>
                  <a:cubicBezTo>
                    <a:pt x="818" y="314"/>
                    <a:pt x="907" y="362"/>
                    <a:pt x="929" y="453"/>
                  </a:cubicBezTo>
                  <a:cubicBezTo>
                    <a:pt x="953" y="525"/>
                    <a:pt x="1019" y="560"/>
                    <a:pt x="1084" y="560"/>
                  </a:cubicBezTo>
                  <a:cubicBezTo>
                    <a:pt x="1150" y="560"/>
                    <a:pt x="1215" y="525"/>
                    <a:pt x="1239" y="453"/>
                  </a:cubicBezTo>
                  <a:cubicBezTo>
                    <a:pt x="1265" y="381"/>
                    <a:pt x="1320" y="352"/>
                    <a:pt x="1382" y="352"/>
                  </a:cubicBezTo>
                  <a:cubicBezTo>
                    <a:pt x="1546" y="352"/>
                    <a:pt x="1758" y="553"/>
                    <a:pt x="1620" y="691"/>
                  </a:cubicBezTo>
                  <a:lnTo>
                    <a:pt x="1096" y="1215"/>
                  </a:lnTo>
                  <a:lnTo>
                    <a:pt x="572" y="691"/>
                  </a:lnTo>
                  <a:cubicBezTo>
                    <a:pt x="432" y="551"/>
                    <a:pt x="521" y="319"/>
                    <a:pt x="727" y="310"/>
                  </a:cubicBezTo>
                  <a:close/>
                  <a:moveTo>
                    <a:pt x="715" y="1"/>
                  </a:moveTo>
                  <a:cubicBezTo>
                    <a:pt x="239" y="1"/>
                    <a:pt x="1" y="572"/>
                    <a:pt x="334" y="929"/>
                  </a:cubicBezTo>
                  <a:lnTo>
                    <a:pt x="977" y="1549"/>
                  </a:lnTo>
                  <a:cubicBezTo>
                    <a:pt x="1001" y="1584"/>
                    <a:pt x="1037" y="1602"/>
                    <a:pt x="1075" y="1602"/>
                  </a:cubicBezTo>
                  <a:cubicBezTo>
                    <a:pt x="1114" y="1602"/>
                    <a:pt x="1156" y="1584"/>
                    <a:pt x="1191" y="1549"/>
                  </a:cubicBezTo>
                  <a:lnTo>
                    <a:pt x="1834" y="929"/>
                  </a:lnTo>
                  <a:cubicBezTo>
                    <a:pt x="2168" y="572"/>
                    <a:pt x="1930" y="1"/>
                    <a:pt x="1453" y="1"/>
                  </a:cubicBezTo>
                  <a:cubicBezTo>
                    <a:pt x="1346" y="84"/>
                    <a:pt x="1215" y="126"/>
                    <a:pt x="1084" y="126"/>
                  </a:cubicBezTo>
                  <a:cubicBezTo>
                    <a:pt x="953" y="126"/>
                    <a:pt x="822" y="84"/>
                    <a:pt x="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4208799" y="2256819"/>
              <a:ext cx="55197" cy="10442"/>
            </a:xfrm>
            <a:custGeom>
              <a:rect b="b" l="l" r="r" t="t"/>
              <a:pathLst>
                <a:path extrusionOk="0" h="311" w="1644">
                  <a:moveTo>
                    <a:pt x="191" y="1"/>
                  </a:moveTo>
                  <a:cubicBezTo>
                    <a:pt x="96" y="1"/>
                    <a:pt x="24" y="48"/>
                    <a:pt x="24" y="120"/>
                  </a:cubicBezTo>
                  <a:cubicBezTo>
                    <a:pt x="1" y="215"/>
                    <a:pt x="72" y="310"/>
                    <a:pt x="167" y="310"/>
                  </a:cubicBezTo>
                  <a:lnTo>
                    <a:pt x="1453" y="310"/>
                  </a:lnTo>
                  <a:cubicBezTo>
                    <a:pt x="1549" y="310"/>
                    <a:pt x="1620" y="239"/>
                    <a:pt x="1620" y="167"/>
                  </a:cubicBezTo>
                  <a:cubicBezTo>
                    <a:pt x="1644" y="72"/>
                    <a:pt x="1572" y="1"/>
                    <a:pt x="1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4208799" y="2278408"/>
              <a:ext cx="55197" cy="10442"/>
            </a:xfrm>
            <a:custGeom>
              <a:rect b="b" l="l" r="r" t="t"/>
              <a:pathLst>
                <a:path extrusionOk="0" h="311" w="1644">
                  <a:moveTo>
                    <a:pt x="191" y="1"/>
                  </a:moveTo>
                  <a:cubicBezTo>
                    <a:pt x="96" y="1"/>
                    <a:pt x="24" y="48"/>
                    <a:pt x="24" y="120"/>
                  </a:cubicBezTo>
                  <a:cubicBezTo>
                    <a:pt x="1" y="215"/>
                    <a:pt x="72" y="310"/>
                    <a:pt x="167" y="310"/>
                  </a:cubicBezTo>
                  <a:lnTo>
                    <a:pt x="1453" y="310"/>
                  </a:lnTo>
                  <a:cubicBezTo>
                    <a:pt x="1549" y="310"/>
                    <a:pt x="1620" y="239"/>
                    <a:pt x="1620" y="167"/>
                  </a:cubicBezTo>
                  <a:cubicBezTo>
                    <a:pt x="1644" y="72"/>
                    <a:pt x="1572" y="1"/>
                    <a:pt x="1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4208799" y="2299997"/>
              <a:ext cx="55197" cy="10442"/>
            </a:xfrm>
            <a:custGeom>
              <a:rect b="b" l="l" r="r" t="t"/>
              <a:pathLst>
                <a:path extrusionOk="0" h="311" w="1644">
                  <a:moveTo>
                    <a:pt x="191" y="1"/>
                  </a:moveTo>
                  <a:cubicBezTo>
                    <a:pt x="96" y="1"/>
                    <a:pt x="24" y="48"/>
                    <a:pt x="24" y="143"/>
                  </a:cubicBezTo>
                  <a:cubicBezTo>
                    <a:pt x="1" y="239"/>
                    <a:pt x="72" y="310"/>
                    <a:pt x="167" y="310"/>
                  </a:cubicBezTo>
                  <a:lnTo>
                    <a:pt x="1477" y="310"/>
                  </a:lnTo>
                  <a:cubicBezTo>
                    <a:pt x="1572" y="310"/>
                    <a:pt x="1644" y="239"/>
                    <a:pt x="1620" y="143"/>
                  </a:cubicBezTo>
                  <a:cubicBezTo>
                    <a:pt x="1620" y="48"/>
                    <a:pt x="1549" y="1"/>
                    <a:pt x="1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1"/>
            <p:cNvSpPr/>
            <p:nvPr/>
          </p:nvSpPr>
          <p:spPr>
            <a:xfrm>
              <a:off x="4140844" y="2321149"/>
              <a:ext cx="119158" cy="65538"/>
            </a:xfrm>
            <a:custGeom>
              <a:rect b="b" l="l" r="r" t="t"/>
              <a:pathLst>
                <a:path extrusionOk="0" h="1952" w="3549">
                  <a:moveTo>
                    <a:pt x="1113" y="1"/>
                  </a:moveTo>
                  <a:cubicBezTo>
                    <a:pt x="1055" y="1"/>
                    <a:pt x="999" y="30"/>
                    <a:pt x="977" y="85"/>
                  </a:cubicBezTo>
                  <a:lnTo>
                    <a:pt x="548" y="942"/>
                  </a:lnTo>
                  <a:lnTo>
                    <a:pt x="167" y="942"/>
                  </a:lnTo>
                  <a:cubicBezTo>
                    <a:pt x="96" y="942"/>
                    <a:pt x="24" y="1014"/>
                    <a:pt x="24" y="1085"/>
                  </a:cubicBezTo>
                  <a:cubicBezTo>
                    <a:pt x="0" y="1157"/>
                    <a:pt x="72" y="1228"/>
                    <a:pt x="167" y="1228"/>
                  </a:cubicBezTo>
                  <a:lnTo>
                    <a:pt x="167" y="1252"/>
                  </a:lnTo>
                  <a:lnTo>
                    <a:pt x="643" y="1252"/>
                  </a:lnTo>
                  <a:cubicBezTo>
                    <a:pt x="715" y="1252"/>
                    <a:pt x="762" y="1204"/>
                    <a:pt x="786" y="1157"/>
                  </a:cubicBezTo>
                  <a:lnTo>
                    <a:pt x="1072" y="585"/>
                  </a:lnTo>
                  <a:lnTo>
                    <a:pt x="1429" y="1823"/>
                  </a:lnTo>
                  <a:cubicBezTo>
                    <a:pt x="1442" y="1910"/>
                    <a:pt x="1505" y="1952"/>
                    <a:pt x="1570" y="1952"/>
                  </a:cubicBezTo>
                  <a:cubicBezTo>
                    <a:pt x="1631" y="1952"/>
                    <a:pt x="1692" y="1916"/>
                    <a:pt x="1715" y="1847"/>
                  </a:cubicBezTo>
                  <a:lnTo>
                    <a:pt x="2120" y="990"/>
                  </a:lnTo>
                  <a:lnTo>
                    <a:pt x="2382" y="1514"/>
                  </a:lnTo>
                  <a:cubicBezTo>
                    <a:pt x="2409" y="1567"/>
                    <a:pt x="2465" y="1598"/>
                    <a:pt x="2523" y="1598"/>
                  </a:cubicBezTo>
                  <a:cubicBezTo>
                    <a:pt x="2567" y="1598"/>
                    <a:pt x="2612" y="1579"/>
                    <a:pt x="2644" y="1538"/>
                  </a:cubicBezTo>
                  <a:lnTo>
                    <a:pt x="2882" y="1252"/>
                  </a:lnTo>
                  <a:lnTo>
                    <a:pt x="3382" y="1252"/>
                  </a:lnTo>
                  <a:cubicBezTo>
                    <a:pt x="3477" y="1252"/>
                    <a:pt x="3549" y="1180"/>
                    <a:pt x="3549" y="1085"/>
                  </a:cubicBezTo>
                  <a:cubicBezTo>
                    <a:pt x="3549" y="990"/>
                    <a:pt x="3477" y="942"/>
                    <a:pt x="3382" y="942"/>
                  </a:cubicBezTo>
                  <a:lnTo>
                    <a:pt x="2787" y="942"/>
                  </a:lnTo>
                  <a:cubicBezTo>
                    <a:pt x="2715" y="990"/>
                    <a:pt x="2620" y="1085"/>
                    <a:pt x="2549" y="1157"/>
                  </a:cubicBezTo>
                  <a:lnTo>
                    <a:pt x="2239" y="561"/>
                  </a:lnTo>
                  <a:cubicBezTo>
                    <a:pt x="2215" y="502"/>
                    <a:pt x="2162" y="472"/>
                    <a:pt x="2108" y="472"/>
                  </a:cubicBezTo>
                  <a:cubicBezTo>
                    <a:pt x="2054" y="472"/>
                    <a:pt x="2001" y="502"/>
                    <a:pt x="1977" y="561"/>
                  </a:cubicBezTo>
                  <a:lnTo>
                    <a:pt x="1620" y="1323"/>
                  </a:lnTo>
                  <a:lnTo>
                    <a:pt x="1263" y="133"/>
                  </a:lnTo>
                  <a:cubicBezTo>
                    <a:pt x="1250" y="42"/>
                    <a:pt x="1181" y="1"/>
                    <a:pt x="1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2"/>
          <p:cNvSpPr txBox="1"/>
          <p:nvPr>
            <p:ph type="title"/>
          </p:nvPr>
        </p:nvSpPr>
        <p:spPr>
          <a:xfrm>
            <a:off x="3148200" y="2545775"/>
            <a:ext cx="38895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Estado del arte</a:t>
            </a:r>
            <a:endParaRPr/>
          </a:p>
        </p:txBody>
      </p:sp>
      <p:sp>
        <p:nvSpPr>
          <p:cNvPr id="927" name="Google Shape;927;p42"/>
          <p:cNvSpPr txBox="1"/>
          <p:nvPr>
            <p:ph idx="2" type="title"/>
          </p:nvPr>
        </p:nvSpPr>
        <p:spPr>
          <a:xfrm>
            <a:off x="5762450" y="16316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28" name="Google Shape;928;p42"/>
          <p:cNvSpPr txBox="1"/>
          <p:nvPr>
            <p:ph idx="1" type="subTitle"/>
          </p:nvPr>
        </p:nvSpPr>
        <p:spPr>
          <a:xfrm>
            <a:off x="4701350" y="3382178"/>
            <a:ext cx="2336400" cy="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n el Perú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43"/>
          <p:cNvGrpSpPr/>
          <p:nvPr/>
        </p:nvGrpSpPr>
        <p:grpSpPr>
          <a:xfrm>
            <a:off x="3761950" y="495950"/>
            <a:ext cx="2254800" cy="1935266"/>
            <a:chOff x="1930900" y="703275"/>
            <a:chExt cx="2254800" cy="1935266"/>
          </a:xfrm>
        </p:grpSpPr>
        <p:pic>
          <p:nvPicPr>
            <p:cNvPr id="934" name="Google Shape;934;p43"/>
            <p:cNvPicPr preferRelativeResize="0"/>
            <p:nvPr/>
          </p:nvPicPr>
          <p:blipFill rotWithShape="1">
            <a:blip r:embed="rId3">
              <a:alphaModFix/>
            </a:blip>
            <a:srcRect b="0" l="0" r="31001" t="0"/>
            <a:stretch/>
          </p:blipFill>
          <p:spPr>
            <a:xfrm>
              <a:off x="1930900" y="703275"/>
              <a:ext cx="2254724" cy="1606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43"/>
            <p:cNvSpPr txBox="1"/>
            <p:nvPr/>
          </p:nvSpPr>
          <p:spPr>
            <a:xfrm>
              <a:off x="1930900" y="2299841"/>
              <a:ext cx="2254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ECG</a:t>
              </a:r>
              <a:endParaRPr b="1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936" name="Google Shape;936;p43"/>
          <p:cNvGrpSpPr/>
          <p:nvPr/>
        </p:nvGrpSpPr>
        <p:grpSpPr>
          <a:xfrm>
            <a:off x="6103425" y="495950"/>
            <a:ext cx="1655182" cy="1963275"/>
            <a:chOff x="5565825" y="516150"/>
            <a:chExt cx="1655182" cy="1963275"/>
          </a:xfrm>
        </p:grpSpPr>
        <p:pic>
          <p:nvPicPr>
            <p:cNvPr id="937" name="Google Shape;937;p43"/>
            <p:cNvPicPr preferRelativeResize="0"/>
            <p:nvPr/>
          </p:nvPicPr>
          <p:blipFill rotWithShape="1">
            <a:blip r:embed="rId4">
              <a:alphaModFix/>
            </a:blip>
            <a:srcRect b="0" l="0" r="51283" t="0"/>
            <a:stretch/>
          </p:blipFill>
          <p:spPr>
            <a:xfrm>
              <a:off x="5565825" y="516150"/>
              <a:ext cx="1655182" cy="1624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43"/>
            <p:cNvSpPr txBox="1"/>
            <p:nvPr/>
          </p:nvSpPr>
          <p:spPr>
            <a:xfrm>
              <a:off x="5565825" y="2140725"/>
              <a:ext cx="165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Angiografía</a:t>
              </a:r>
              <a:endParaRPr b="1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939" name="Google Shape;939;p43"/>
          <p:cNvGrpSpPr/>
          <p:nvPr/>
        </p:nvGrpSpPr>
        <p:grpSpPr>
          <a:xfrm>
            <a:off x="3761950" y="3033925"/>
            <a:ext cx="2254800" cy="1173950"/>
            <a:chOff x="1725775" y="2877150"/>
            <a:chExt cx="2254800" cy="1173950"/>
          </a:xfrm>
        </p:grpSpPr>
        <p:pic>
          <p:nvPicPr>
            <p:cNvPr id="940" name="Google Shape;940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25775" y="2877150"/>
              <a:ext cx="2254800" cy="816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43"/>
            <p:cNvSpPr txBox="1"/>
            <p:nvPr/>
          </p:nvSpPr>
          <p:spPr>
            <a:xfrm>
              <a:off x="1725775" y="3712400"/>
              <a:ext cx="2254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Stent vascular</a:t>
              </a:r>
              <a:endParaRPr b="1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942" name="Google Shape;942;p43"/>
          <p:cNvSpPr txBox="1"/>
          <p:nvPr>
            <p:ph idx="4294967295" type="title"/>
          </p:nvPr>
        </p:nvSpPr>
        <p:spPr>
          <a:xfrm>
            <a:off x="508575" y="1314450"/>
            <a:ext cx="23055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Detección</a:t>
            </a:r>
            <a:endParaRPr/>
          </a:p>
        </p:txBody>
      </p:sp>
      <p:sp>
        <p:nvSpPr>
          <p:cNvPr id="943" name="Google Shape;943;p43"/>
          <p:cNvSpPr txBox="1"/>
          <p:nvPr>
            <p:ph idx="4294967295" type="title"/>
          </p:nvPr>
        </p:nvSpPr>
        <p:spPr>
          <a:xfrm>
            <a:off x="508575" y="3259250"/>
            <a:ext cx="35529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Tratamiento</a:t>
            </a:r>
            <a:endParaRPr/>
          </a:p>
        </p:txBody>
      </p:sp>
      <p:grpSp>
        <p:nvGrpSpPr>
          <p:cNvPr id="944" name="Google Shape;944;p43"/>
          <p:cNvGrpSpPr/>
          <p:nvPr/>
        </p:nvGrpSpPr>
        <p:grpSpPr>
          <a:xfrm>
            <a:off x="6160738" y="2838338"/>
            <a:ext cx="1540551" cy="1615612"/>
            <a:chOff x="6381850" y="2579213"/>
            <a:chExt cx="1540551" cy="1615612"/>
          </a:xfrm>
        </p:grpSpPr>
        <p:pic>
          <p:nvPicPr>
            <p:cNvPr id="945" name="Google Shape;945;p43"/>
            <p:cNvPicPr preferRelativeResize="0"/>
            <p:nvPr/>
          </p:nvPicPr>
          <p:blipFill rotWithShape="1">
            <a:blip r:embed="rId6">
              <a:alphaModFix/>
            </a:blip>
            <a:srcRect b="10926" l="0" r="0" t="3909"/>
            <a:stretch/>
          </p:blipFill>
          <p:spPr>
            <a:xfrm>
              <a:off x="6381850" y="2579213"/>
              <a:ext cx="1540551" cy="12769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43"/>
            <p:cNvSpPr txBox="1"/>
            <p:nvPr/>
          </p:nvSpPr>
          <p:spPr>
            <a:xfrm>
              <a:off x="6381850" y="3856125"/>
              <a:ext cx="1540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Aterectomía</a:t>
              </a:r>
              <a:endParaRPr b="1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4"/>
          <p:cNvSpPr txBox="1"/>
          <p:nvPr>
            <p:ph type="title"/>
          </p:nvPr>
        </p:nvSpPr>
        <p:spPr>
          <a:xfrm>
            <a:off x="1024175" y="2379938"/>
            <a:ext cx="36516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Investigación</a:t>
            </a:r>
            <a:endParaRPr/>
          </a:p>
        </p:txBody>
      </p:sp>
      <p:sp>
        <p:nvSpPr>
          <p:cNvPr id="952" name="Google Shape;952;p44"/>
          <p:cNvSpPr txBox="1"/>
          <p:nvPr>
            <p:ph idx="2" type="title"/>
          </p:nvPr>
        </p:nvSpPr>
        <p:spPr>
          <a:xfrm>
            <a:off x="1024175" y="14739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53" name="Google Shape;953;p44"/>
          <p:cNvSpPr txBox="1"/>
          <p:nvPr>
            <p:ph idx="1" type="subTitle"/>
          </p:nvPr>
        </p:nvSpPr>
        <p:spPr>
          <a:xfrm>
            <a:off x="1024175" y="3216353"/>
            <a:ext cx="23364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Patentes y artículos científicos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8" name="Google Shape;958;p45"/>
          <p:cNvCxnSpPr>
            <a:stCxn id="959" idx="6"/>
            <a:endCxn id="960" idx="0"/>
          </p:cNvCxnSpPr>
          <p:nvPr/>
        </p:nvCxnSpPr>
        <p:spPr>
          <a:xfrm>
            <a:off x="4385900" y="1787875"/>
            <a:ext cx="794400" cy="1668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45"/>
          <p:cNvCxnSpPr>
            <a:stCxn id="960" idx="2"/>
            <a:endCxn id="962" idx="0"/>
          </p:cNvCxnSpPr>
          <p:nvPr/>
        </p:nvCxnSpPr>
        <p:spPr>
          <a:xfrm flipH="1">
            <a:off x="3957450" y="2371150"/>
            <a:ext cx="806400" cy="128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45"/>
          <p:cNvCxnSpPr>
            <a:stCxn id="962" idx="6"/>
            <a:endCxn id="964" idx="0"/>
          </p:cNvCxnSpPr>
          <p:nvPr/>
        </p:nvCxnSpPr>
        <p:spPr>
          <a:xfrm>
            <a:off x="4385900" y="2927649"/>
            <a:ext cx="794400" cy="1944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45"/>
          <p:cNvCxnSpPr>
            <a:stCxn id="959" idx="2"/>
          </p:cNvCxnSpPr>
          <p:nvPr/>
        </p:nvCxnSpPr>
        <p:spPr>
          <a:xfrm rot="10800000">
            <a:off x="2849000" y="1787875"/>
            <a:ext cx="68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66" name="Google Shape;966;p45"/>
          <p:cNvCxnSpPr>
            <a:stCxn id="962" idx="2"/>
          </p:cNvCxnSpPr>
          <p:nvPr/>
        </p:nvCxnSpPr>
        <p:spPr>
          <a:xfrm rot="10800000">
            <a:off x="2849000" y="2927649"/>
            <a:ext cx="68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67" name="Google Shape;967;p45"/>
          <p:cNvCxnSpPr>
            <a:stCxn id="960" idx="6"/>
          </p:cNvCxnSpPr>
          <p:nvPr/>
        </p:nvCxnSpPr>
        <p:spPr>
          <a:xfrm>
            <a:off x="5596950" y="2371150"/>
            <a:ext cx="674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68" name="Google Shape;968;p45"/>
          <p:cNvCxnSpPr>
            <a:stCxn id="964" idx="6"/>
          </p:cNvCxnSpPr>
          <p:nvPr/>
        </p:nvCxnSpPr>
        <p:spPr>
          <a:xfrm>
            <a:off x="5573625" y="3515475"/>
            <a:ext cx="674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69" name="Google Shape;969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Diversas técnica usadas</a:t>
            </a:r>
            <a:endParaRPr/>
          </a:p>
        </p:txBody>
      </p:sp>
      <p:sp>
        <p:nvSpPr>
          <p:cNvPr id="970" name="Google Shape;970;p45"/>
          <p:cNvSpPr txBox="1"/>
          <p:nvPr>
            <p:ph idx="4294967295" type="title"/>
          </p:nvPr>
        </p:nvSpPr>
        <p:spPr>
          <a:xfrm>
            <a:off x="890113" y="1486750"/>
            <a:ext cx="19587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Algoritmos de detección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71" name="Google Shape;971;p45"/>
          <p:cNvSpPr txBox="1"/>
          <p:nvPr>
            <p:ph idx="4294967295" type="subTitle"/>
          </p:nvPr>
        </p:nvSpPr>
        <p:spPr>
          <a:xfrm>
            <a:off x="890238" y="2014450"/>
            <a:ext cx="1958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Con Machine Learning y PCA</a:t>
            </a:r>
            <a:endParaRPr sz="1400"/>
          </a:p>
        </p:txBody>
      </p:sp>
      <p:sp>
        <p:nvSpPr>
          <p:cNvPr id="972" name="Google Shape;972;p45"/>
          <p:cNvSpPr txBox="1"/>
          <p:nvPr>
            <p:ph idx="4294967295" type="title"/>
          </p:nvPr>
        </p:nvSpPr>
        <p:spPr>
          <a:xfrm>
            <a:off x="133350" y="2681975"/>
            <a:ext cx="27156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Electrocardiógrafos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73" name="Google Shape;973;p45"/>
          <p:cNvSpPr txBox="1"/>
          <p:nvPr>
            <p:ph idx="4294967295" type="subTitle"/>
          </p:nvPr>
        </p:nvSpPr>
        <p:spPr>
          <a:xfrm>
            <a:off x="890163" y="3209675"/>
            <a:ext cx="1958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Con capacidad de detección</a:t>
            </a:r>
            <a:endParaRPr sz="1400"/>
          </a:p>
        </p:txBody>
      </p:sp>
      <p:sp>
        <p:nvSpPr>
          <p:cNvPr id="974" name="Google Shape;974;p45"/>
          <p:cNvSpPr txBox="1"/>
          <p:nvPr>
            <p:ph idx="4294967295" type="title"/>
          </p:nvPr>
        </p:nvSpPr>
        <p:spPr>
          <a:xfrm>
            <a:off x="6271650" y="2101625"/>
            <a:ext cx="19587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Diagnóstico por imágenes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975" name="Google Shape;975;p45"/>
          <p:cNvSpPr txBox="1"/>
          <p:nvPr>
            <p:ph idx="4294967295" type="subTitle"/>
          </p:nvPr>
        </p:nvSpPr>
        <p:spPr>
          <a:xfrm>
            <a:off x="6271650" y="2631575"/>
            <a:ext cx="1958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De imágenes tomográficas</a:t>
            </a:r>
            <a:endParaRPr sz="1400"/>
          </a:p>
        </p:txBody>
      </p:sp>
      <p:sp>
        <p:nvSpPr>
          <p:cNvPr id="976" name="Google Shape;976;p45"/>
          <p:cNvSpPr txBox="1"/>
          <p:nvPr>
            <p:ph idx="4294967295" type="title"/>
          </p:nvPr>
        </p:nvSpPr>
        <p:spPr>
          <a:xfrm>
            <a:off x="6242775" y="3263975"/>
            <a:ext cx="19587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Dispositivos wearables</a:t>
            </a:r>
            <a:endParaRPr sz="2000"/>
          </a:p>
        </p:txBody>
      </p:sp>
      <p:sp>
        <p:nvSpPr>
          <p:cNvPr id="977" name="Google Shape;977;p45"/>
          <p:cNvSpPr txBox="1"/>
          <p:nvPr>
            <p:ph idx="4294967295" type="subTitle"/>
          </p:nvPr>
        </p:nvSpPr>
        <p:spPr>
          <a:xfrm>
            <a:off x="6242775" y="3791675"/>
            <a:ext cx="1958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Medición rápida</a:t>
            </a:r>
            <a:endParaRPr sz="1400"/>
          </a:p>
        </p:txBody>
      </p:sp>
      <p:sp>
        <p:nvSpPr>
          <p:cNvPr id="959" name="Google Shape;959;p45"/>
          <p:cNvSpPr/>
          <p:nvPr/>
        </p:nvSpPr>
        <p:spPr>
          <a:xfrm>
            <a:off x="3529100" y="1359475"/>
            <a:ext cx="856800" cy="8568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5"/>
          <p:cNvSpPr/>
          <p:nvPr/>
        </p:nvSpPr>
        <p:spPr>
          <a:xfrm>
            <a:off x="4763850" y="1954600"/>
            <a:ext cx="833100" cy="8331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5"/>
          <p:cNvSpPr/>
          <p:nvPr/>
        </p:nvSpPr>
        <p:spPr>
          <a:xfrm>
            <a:off x="3529100" y="2499249"/>
            <a:ext cx="856800" cy="8568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5"/>
          <p:cNvSpPr/>
          <p:nvPr/>
        </p:nvSpPr>
        <p:spPr>
          <a:xfrm>
            <a:off x="4787025" y="3122175"/>
            <a:ext cx="786600" cy="7866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8" name="Google Shape;978;p45"/>
          <p:cNvGrpSpPr/>
          <p:nvPr/>
        </p:nvGrpSpPr>
        <p:grpSpPr>
          <a:xfrm>
            <a:off x="3777580" y="1655714"/>
            <a:ext cx="359823" cy="264302"/>
            <a:chOff x="6348467" y="2177414"/>
            <a:chExt cx="359823" cy="264302"/>
          </a:xfrm>
        </p:grpSpPr>
        <p:sp>
          <p:nvSpPr>
            <p:cNvPr id="979" name="Google Shape;979;p45"/>
            <p:cNvSpPr/>
            <p:nvPr/>
          </p:nvSpPr>
          <p:spPr>
            <a:xfrm>
              <a:off x="6508250" y="2177414"/>
              <a:ext cx="196850" cy="152397"/>
            </a:xfrm>
            <a:custGeom>
              <a:rect b="b" l="l" r="r" t="t"/>
              <a:pathLst>
                <a:path extrusionOk="0" h="4539" w="5863">
                  <a:moveTo>
                    <a:pt x="2045" y="1"/>
                  </a:moveTo>
                  <a:cubicBezTo>
                    <a:pt x="1004" y="1"/>
                    <a:pt x="1" y="1245"/>
                    <a:pt x="909" y="2342"/>
                  </a:cubicBezTo>
                  <a:cubicBezTo>
                    <a:pt x="957" y="2413"/>
                    <a:pt x="1147" y="2556"/>
                    <a:pt x="3052" y="4485"/>
                  </a:cubicBezTo>
                  <a:lnTo>
                    <a:pt x="3076" y="4485"/>
                  </a:lnTo>
                  <a:cubicBezTo>
                    <a:pt x="3112" y="4521"/>
                    <a:pt x="3154" y="4539"/>
                    <a:pt x="3195" y="4539"/>
                  </a:cubicBezTo>
                  <a:cubicBezTo>
                    <a:pt x="3237" y="4539"/>
                    <a:pt x="3279" y="4521"/>
                    <a:pt x="3314" y="4485"/>
                  </a:cubicBezTo>
                  <a:lnTo>
                    <a:pt x="5362" y="2437"/>
                  </a:lnTo>
                  <a:cubicBezTo>
                    <a:pt x="5743" y="2032"/>
                    <a:pt x="5862" y="1437"/>
                    <a:pt x="5648" y="937"/>
                  </a:cubicBezTo>
                  <a:cubicBezTo>
                    <a:pt x="5621" y="856"/>
                    <a:pt x="5564" y="822"/>
                    <a:pt x="5506" y="822"/>
                  </a:cubicBezTo>
                  <a:cubicBezTo>
                    <a:pt x="5412" y="822"/>
                    <a:pt x="5318" y="913"/>
                    <a:pt x="5362" y="1032"/>
                  </a:cubicBezTo>
                  <a:cubicBezTo>
                    <a:pt x="5529" y="1437"/>
                    <a:pt x="5434" y="1913"/>
                    <a:pt x="5124" y="2223"/>
                  </a:cubicBezTo>
                  <a:lnTo>
                    <a:pt x="3171" y="4152"/>
                  </a:lnTo>
                  <a:lnTo>
                    <a:pt x="1409" y="2413"/>
                  </a:lnTo>
                  <a:lnTo>
                    <a:pt x="1885" y="2413"/>
                  </a:lnTo>
                  <a:cubicBezTo>
                    <a:pt x="1933" y="2413"/>
                    <a:pt x="1981" y="2366"/>
                    <a:pt x="2004" y="2342"/>
                  </a:cubicBezTo>
                  <a:lnTo>
                    <a:pt x="2338" y="1842"/>
                  </a:lnTo>
                  <a:lnTo>
                    <a:pt x="3052" y="3175"/>
                  </a:lnTo>
                  <a:cubicBezTo>
                    <a:pt x="3076" y="3235"/>
                    <a:pt x="3130" y="3265"/>
                    <a:pt x="3183" y="3265"/>
                  </a:cubicBezTo>
                  <a:cubicBezTo>
                    <a:pt x="3237" y="3265"/>
                    <a:pt x="3290" y="3235"/>
                    <a:pt x="3314" y="3175"/>
                  </a:cubicBezTo>
                  <a:lnTo>
                    <a:pt x="3695" y="2413"/>
                  </a:lnTo>
                  <a:lnTo>
                    <a:pt x="4291" y="2413"/>
                  </a:lnTo>
                  <a:cubicBezTo>
                    <a:pt x="4338" y="2413"/>
                    <a:pt x="4410" y="2366"/>
                    <a:pt x="4434" y="2318"/>
                  </a:cubicBezTo>
                  <a:cubicBezTo>
                    <a:pt x="4481" y="2199"/>
                    <a:pt x="4386" y="2080"/>
                    <a:pt x="4267" y="2080"/>
                  </a:cubicBezTo>
                  <a:lnTo>
                    <a:pt x="3576" y="2080"/>
                  </a:lnTo>
                  <a:cubicBezTo>
                    <a:pt x="3576" y="2080"/>
                    <a:pt x="3457" y="2127"/>
                    <a:pt x="3433" y="2175"/>
                  </a:cubicBezTo>
                  <a:lnTo>
                    <a:pt x="3148" y="2770"/>
                  </a:lnTo>
                  <a:lnTo>
                    <a:pt x="2481" y="1484"/>
                  </a:lnTo>
                  <a:cubicBezTo>
                    <a:pt x="2443" y="1422"/>
                    <a:pt x="2385" y="1392"/>
                    <a:pt x="2332" y="1392"/>
                  </a:cubicBezTo>
                  <a:cubicBezTo>
                    <a:pt x="2285" y="1392"/>
                    <a:pt x="2241" y="1416"/>
                    <a:pt x="2219" y="1461"/>
                  </a:cubicBezTo>
                  <a:lnTo>
                    <a:pt x="1790" y="2104"/>
                  </a:lnTo>
                  <a:lnTo>
                    <a:pt x="1100" y="2104"/>
                  </a:lnTo>
                  <a:cubicBezTo>
                    <a:pt x="458" y="1190"/>
                    <a:pt x="1263" y="341"/>
                    <a:pt x="2053" y="341"/>
                  </a:cubicBezTo>
                  <a:cubicBezTo>
                    <a:pt x="2437" y="341"/>
                    <a:pt x="2818" y="541"/>
                    <a:pt x="3028" y="1032"/>
                  </a:cubicBezTo>
                  <a:cubicBezTo>
                    <a:pt x="3040" y="1115"/>
                    <a:pt x="3100" y="1157"/>
                    <a:pt x="3162" y="1157"/>
                  </a:cubicBezTo>
                  <a:cubicBezTo>
                    <a:pt x="3225" y="1157"/>
                    <a:pt x="3290" y="1115"/>
                    <a:pt x="3314" y="1032"/>
                  </a:cubicBezTo>
                  <a:cubicBezTo>
                    <a:pt x="3488" y="605"/>
                    <a:pt x="3915" y="356"/>
                    <a:pt x="4349" y="356"/>
                  </a:cubicBezTo>
                  <a:cubicBezTo>
                    <a:pt x="4568" y="356"/>
                    <a:pt x="4789" y="420"/>
                    <a:pt x="4981" y="556"/>
                  </a:cubicBezTo>
                  <a:cubicBezTo>
                    <a:pt x="5013" y="577"/>
                    <a:pt x="5050" y="589"/>
                    <a:pt x="5086" y="589"/>
                  </a:cubicBezTo>
                  <a:cubicBezTo>
                    <a:pt x="5129" y="589"/>
                    <a:pt x="5169" y="571"/>
                    <a:pt x="5196" y="532"/>
                  </a:cubicBezTo>
                  <a:cubicBezTo>
                    <a:pt x="5243" y="460"/>
                    <a:pt x="5243" y="365"/>
                    <a:pt x="5172" y="318"/>
                  </a:cubicBezTo>
                  <a:cubicBezTo>
                    <a:pt x="4921" y="132"/>
                    <a:pt x="4630" y="44"/>
                    <a:pt x="4342" y="44"/>
                  </a:cubicBezTo>
                  <a:cubicBezTo>
                    <a:pt x="3892" y="44"/>
                    <a:pt x="3447" y="259"/>
                    <a:pt x="3171" y="651"/>
                  </a:cubicBezTo>
                  <a:cubicBezTo>
                    <a:pt x="2864" y="190"/>
                    <a:pt x="2452" y="1"/>
                    <a:pt x="2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5"/>
            <p:cNvSpPr/>
            <p:nvPr/>
          </p:nvSpPr>
          <p:spPr>
            <a:xfrm>
              <a:off x="6348467" y="2298251"/>
              <a:ext cx="359823" cy="143466"/>
            </a:xfrm>
            <a:custGeom>
              <a:rect b="b" l="l" r="r" t="t"/>
              <a:pathLst>
                <a:path extrusionOk="0" h="4273" w="10717">
                  <a:moveTo>
                    <a:pt x="7240" y="1696"/>
                  </a:moveTo>
                  <a:lnTo>
                    <a:pt x="9359" y="1791"/>
                  </a:lnTo>
                  <a:cubicBezTo>
                    <a:pt x="9645" y="1815"/>
                    <a:pt x="9788" y="2172"/>
                    <a:pt x="9597" y="2386"/>
                  </a:cubicBezTo>
                  <a:lnTo>
                    <a:pt x="7573" y="2291"/>
                  </a:lnTo>
                  <a:cubicBezTo>
                    <a:pt x="7526" y="2077"/>
                    <a:pt x="7406" y="1862"/>
                    <a:pt x="7240" y="1696"/>
                  </a:cubicBezTo>
                  <a:close/>
                  <a:moveTo>
                    <a:pt x="1929" y="457"/>
                  </a:moveTo>
                  <a:cubicBezTo>
                    <a:pt x="1953" y="743"/>
                    <a:pt x="2191" y="2267"/>
                    <a:pt x="2358" y="3410"/>
                  </a:cubicBezTo>
                  <a:lnTo>
                    <a:pt x="1929" y="3482"/>
                  </a:lnTo>
                  <a:lnTo>
                    <a:pt x="1524" y="529"/>
                  </a:lnTo>
                  <a:lnTo>
                    <a:pt x="1929" y="457"/>
                  </a:lnTo>
                  <a:close/>
                  <a:moveTo>
                    <a:pt x="1316" y="0"/>
                  </a:moveTo>
                  <a:cubicBezTo>
                    <a:pt x="1306" y="0"/>
                    <a:pt x="1296" y="2"/>
                    <a:pt x="1286" y="5"/>
                  </a:cubicBezTo>
                  <a:lnTo>
                    <a:pt x="167" y="148"/>
                  </a:lnTo>
                  <a:cubicBezTo>
                    <a:pt x="72" y="148"/>
                    <a:pt x="0" y="219"/>
                    <a:pt x="24" y="315"/>
                  </a:cubicBezTo>
                  <a:lnTo>
                    <a:pt x="143" y="1077"/>
                  </a:lnTo>
                  <a:cubicBezTo>
                    <a:pt x="122" y="1171"/>
                    <a:pt x="193" y="1210"/>
                    <a:pt x="271" y="1210"/>
                  </a:cubicBezTo>
                  <a:cubicBezTo>
                    <a:pt x="371" y="1210"/>
                    <a:pt x="482" y="1146"/>
                    <a:pt x="429" y="1053"/>
                  </a:cubicBezTo>
                  <a:lnTo>
                    <a:pt x="334" y="434"/>
                  </a:lnTo>
                  <a:lnTo>
                    <a:pt x="1143" y="338"/>
                  </a:lnTo>
                  <a:lnTo>
                    <a:pt x="1667" y="3863"/>
                  </a:lnTo>
                  <a:lnTo>
                    <a:pt x="857" y="3958"/>
                  </a:lnTo>
                  <a:lnTo>
                    <a:pt x="524" y="1720"/>
                  </a:lnTo>
                  <a:cubicBezTo>
                    <a:pt x="524" y="1624"/>
                    <a:pt x="429" y="1577"/>
                    <a:pt x="357" y="1577"/>
                  </a:cubicBezTo>
                  <a:cubicBezTo>
                    <a:pt x="262" y="1601"/>
                    <a:pt x="214" y="1672"/>
                    <a:pt x="214" y="1767"/>
                  </a:cubicBezTo>
                  <a:lnTo>
                    <a:pt x="572" y="4149"/>
                  </a:lnTo>
                  <a:cubicBezTo>
                    <a:pt x="572" y="4211"/>
                    <a:pt x="625" y="4272"/>
                    <a:pt x="702" y="4272"/>
                  </a:cubicBezTo>
                  <a:cubicBezTo>
                    <a:pt x="713" y="4272"/>
                    <a:pt x="726" y="4271"/>
                    <a:pt x="738" y="4268"/>
                  </a:cubicBezTo>
                  <a:lnTo>
                    <a:pt x="1858" y="4149"/>
                  </a:lnTo>
                  <a:cubicBezTo>
                    <a:pt x="1953" y="4125"/>
                    <a:pt x="2001" y="4053"/>
                    <a:pt x="2001" y="3958"/>
                  </a:cubicBezTo>
                  <a:lnTo>
                    <a:pt x="1977" y="3768"/>
                  </a:lnTo>
                  <a:lnTo>
                    <a:pt x="2524" y="3696"/>
                  </a:lnTo>
                  <a:cubicBezTo>
                    <a:pt x="2620" y="3672"/>
                    <a:pt x="2667" y="3601"/>
                    <a:pt x="2667" y="3506"/>
                  </a:cubicBezTo>
                  <a:lnTo>
                    <a:pt x="2620" y="3244"/>
                  </a:lnTo>
                  <a:cubicBezTo>
                    <a:pt x="3005" y="3115"/>
                    <a:pt x="3397" y="3049"/>
                    <a:pt x="3789" y="3049"/>
                  </a:cubicBezTo>
                  <a:cubicBezTo>
                    <a:pt x="4124" y="3049"/>
                    <a:pt x="4458" y="3097"/>
                    <a:pt x="4787" y="3196"/>
                  </a:cubicBezTo>
                  <a:cubicBezTo>
                    <a:pt x="4800" y="3199"/>
                    <a:pt x="4812" y="3201"/>
                    <a:pt x="4825" y="3201"/>
                  </a:cubicBezTo>
                  <a:cubicBezTo>
                    <a:pt x="4906" y="3201"/>
                    <a:pt x="4977" y="3139"/>
                    <a:pt x="4977" y="3077"/>
                  </a:cubicBezTo>
                  <a:cubicBezTo>
                    <a:pt x="5025" y="3006"/>
                    <a:pt x="4977" y="2910"/>
                    <a:pt x="4882" y="2887"/>
                  </a:cubicBezTo>
                  <a:cubicBezTo>
                    <a:pt x="4511" y="2782"/>
                    <a:pt x="4134" y="2729"/>
                    <a:pt x="3758" y="2729"/>
                  </a:cubicBezTo>
                  <a:cubicBezTo>
                    <a:pt x="3361" y="2729"/>
                    <a:pt x="2963" y="2788"/>
                    <a:pt x="2572" y="2910"/>
                  </a:cubicBezTo>
                  <a:lnTo>
                    <a:pt x="2286" y="743"/>
                  </a:lnTo>
                  <a:lnTo>
                    <a:pt x="3120" y="529"/>
                  </a:lnTo>
                  <a:cubicBezTo>
                    <a:pt x="3413" y="404"/>
                    <a:pt x="3695" y="345"/>
                    <a:pt x="3963" y="345"/>
                  </a:cubicBezTo>
                  <a:cubicBezTo>
                    <a:pt x="4565" y="345"/>
                    <a:pt x="5097" y="644"/>
                    <a:pt x="5525" y="1172"/>
                  </a:cubicBezTo>
                  <a:cubicBezTo>
                    <a:pt x="5549" y="1196"/>
                    <a:pt x="5573" y="1220"/>
                    <a:pt x="5573" y="1220"/>
                  </a:cubicBezTo>
                  <a:lnTo>
                    <a:pt x="6216" y="1529"/>
                  </a:lnTo>
                  <a:cubicBezTo>
                    <a:pt x="6525" y="1601"/>
                    <a:pt x="6811" y="1743"/>
                    <a:pt x="7073" y="1958"/>
                  </a:cubicBezTo>
                  <a:cubicBezTo>
                    <a:pt x="7274" y="2181"/>
                    <a:pt x="7308" y="2510"/>
                    <a:pt x="7153" y="2510"/>
                  </a:cubicBezTo>
                  <a:cubicBezTo>
                    <a:pt x="7143" y="2510"/>
                    <a:pt x="7132" y="2508"/>
                    <a:pt x="7121" y="2505"/>
                  </a:cubicBezTo>
                  <a:cubicBezTo>
                    <a:pt x="4977" y="1862"/>
                    <a:pt x="5787" y="2124"/>
                    <a:pt x="4596" y="1601"/>
                  </a:cubicBezTo>
                  <a:cubicBezTo>
                    <a:pt x="4574" y="1595"/>
                    <a:pt x="4551" y="1592"/>
                    <a:pt x="4530" y="1592"/>
                  </a:cubicBezTo>
                  <a:cubicBezTo>
                    <a:pt x="4460" y="1592"/>
                    <a:pt x="4400" y="1623"/>
                    <a:pt x="4382" y="1696"/>
                  </a:cubicBezTo>
                  <a:cubicBezTo>
                    <a:pt x="4334" y="1767"/>
                    <a:pt x="4382" y="1862"/>
                    <a:pt x="4453" y="1886"/>
                  </a:cubicBezTo>
                  <a:lnTo>
                    <a:pt x="5239" y="2244"/>
                  </a:lnTo>
                  <a:cubicBezTo>
                    <a:pt x="5382" y="2315"/>
                    <a:pt x="5335" y="2291"/>
                    <a:pt x="7025" y="2815"/>
                  </a:cubicBezTo>
                  <a:cubicBezTo>
                    <a:pt x="7064" y="2825"/>
                    <a:pt x="7103" y="2829"/>
                    <a:pt x="7141" y="2829"/>
                  </a:cubicBezTo>
                  <a:cubicBezTo>
                    <a:pt x="7297" y="2829"/>
                    <a:pt x="7449" y="2753"/>
                    <a:pt x="7526" y="2601"/>
                  </a:cubicBezTo>
                  <a:lnTo>
                    <a:pt x="10050" y="2720"/>
                  </a:lnTo>
                  <a:cubicBezTo>
                    <a:pt x="10526" y="2791"/>
                    <a:pt x="10502" y="3482"/>
                    <a:pt x="10002" y="3506"/>
                  </a:cubicBezTo>
                  <a:lnTo>
                    <a:pt x="7478" y="3506"/>
                  </a:lnTo>
                  <a:cubicBezTo>
                    <a:pt x="7422" y="3508"/>
                    <a:pt x="7367" y="3509"/>
                    <a:pt x="7312" y="3509"/>
                  </a:cubicBezTo>
                  <a:cubicBezTo>
                    <a:pt x="6704" y="3509"/>
                    <a:pt x="6117" y="3389"/>
                    <a:pt x="5549" y="3148"/>
                  </a:cubicBezTo>
                  <a:cubicBezTo>
                    <a:pt x="5528" y="3141"/>
                    <a:pt x="5508" y="3137"/>
                    <a:pt x="5489" y="3137"/>
                  </a:cubicBezTo>
                  <a:cubicBezTo>
                    <a:pt x="5336" y="3137"/>
                    <a:pt x="5263" y="3371"/>
                    <a:pt x="5454" y="3434"/>
                  </a:cubicBezTo>
                  <a:cubicBezTo>
                    <a:pt x="6015" y="3684"/>
                    <a:pt x="6613" y="3824"/>
                    <a:pt x="7215" y="3824"/>
                  </a:cubicBezTo>
                  <a:cubicBezTo>
                    <a:pt x="7302" y="3824"/>
                    <a:pt x="7390" y="3821"/>
                    <a:pt x="7478" y="3815"/>
                  </a:cubicBezTo>
                  <a:lnTo>
                    <a:pt x="10026" y="3815"/>
                  </a:lnTo>
                  <a:cubicBezTo>
                    <a:pt x="10407" y="3815"/>
                    <a:pt x="10693" y="3506"/>
                    <a:pt x="10693" y="3125"/>
                  </a:cubicBezTo>
                  <a:cubicBezTo>
                    <a:pt x="10717" y="2767"/>
                    <a:pt x="10455" y="2434"/>
                    <a:pt x="10074" y="2410"/>
                  </a:cubicBezTo>
                  <a:lnTo>
                    <a:pt x="9955" y="2410"/>
                  </a:lnTo>
                  <a:cubicBezTo>
                    <a:pt x="10145" y="1982"/>
                    <a:pt x="9836" y="1505"/>
                    <a:pt x="9359" y="1481"/>
                  </a:cubicBezTo>
                  <a:lnTo>
                    <a:pt x="6621" y="1362"/>
                  </a:lnTo>
                  <a:cubicBezTo>
                    <a:pt x="6049" y="1124"/>
                    <a:pt x="6359" y="1243"/>
                    <a:pt x="5739" y="958"/>
                  </a:cubicBezTo>
                  <a:cubicBezTo>
                    <a:pt x="5296" y="366"/>
                    <a:pt x="4615" y="36"/>
                    <a:pt x="3922" y="36"/>
                  </a:cubicBezTo>
                  <a:cubicBezTo>
                    <a:pt x="3611" y="36"/>
                    <a:pt x="3296" y="103"/>
                    <a:pt x="3001" y="243"/>
                  </a:cubicBezTo>
                  <a:lnTo>
                    <a:pt x="2215" y="434"/>
                  </a:lnTo>
                  <a:lnTo>
                    <a:pt x="2191" y="267"/>
                  </a:lnTo>
                  <a:cubicBezTo>
                    <a:pt x="2191" y="172"/>
                    <a:pt x="2096" y="124"/>
                    <a:pt x="2024" y="124"/>
                  </a:cubicBezTo>
                  <a:lnTo>
                    <a:pt x="1453" y="219"/>
                  </a:lnTo>
                  <a:lnTo>
                    <a:pt x="1453" y="124"/>
                  </a:lnTo>
                  <a:cubicBezTo>
                    <a:pt x="1453" y="62"/>
                    <a:pt x="1381" y="0"/>
                    <a:pt x="13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45"/>
          <p:cNvGrpSpPr/>
          <p:nvPr/>
        </p:nvGrpSpPr>
        <p:grpSpPr>
          <a:xfrm>
            <a:off x="4999205" y="3336473"/>
            <a:ext cx="362241" cy="358010"/>
            <a:chOff x="6346855" y="3857373"/>
            <a:chExt cx="362241" cy="358010"/>
          </a:xfrm>
        </p:grpSpPr>
        <p:sp>
          <p:nvSpPr>
            <p:cNvPr id="982" name="Google Shape;982;p45"/>
            <p:cNvSpPr/>
            <p:nvPr/>
          </p:nvSpPr>
          <p:spPr>
            <a:xfrm>
              <a:off x="6370056" y="3878962"/>
              <a:ext cx="213503" cy="212093"/>
            </a:xfrm>
            <a:custGeom>
              <a:rect b="b" l="l" r="r" t="t"/>
              <a:pathLst>
                <a:path extrusionOk="0" h="6317" w="6359">
                  <a:moveTo>
                    <a:pt x="2956" y="0"/>
                  </a:moveTo>
                  <a:cubicBezTo>
                    <a:pt x="2900" y="0"/>
                    <a:pt x="2846" y="18"/>
                    <a:pt x="2810" y="54"/>
                  </a:cubicBezTo>
                  <a:lnTo>
                    <a:pt x="95" y="2768"/>
                  </a:lnTo>
                  <a:cubicBezTo>
                    <a:pt x="0" y="2864"/>
                    <a:pt x="0" y="3007"/>
                    <a:pt x="95" y="3078"/>
                  </a:cubicBezTo>
                  <a:lnTo>
                    <a:pt x="3287" y="6245"/>
                  </a:lnTo>
                  <a:cubicBezTo>
                    <a:pt x="3322" y="6293"/>
                    <a:pt x="3370" y="6317"/>
                    <a:pt x="3420" y="6317"/>
                  </a:cubicBezTo>
                  <a:cubicBezTo>
                    <a:pt x="3471" y="6317"/>
                    <a:pt x="3525" y="6293"/>
                    <a:pt x="3572" y="6245"/>
                  </a:cubicBezTo>
                  <a:lnTo>
                    <a:pt x="6287" y="3554"/>
                  </a:lnTo>
                  <a:cubicBezTo>
                    <a:pt x="6359" y="3459"/>
                    <a:pt x="6359" y="3340"/>
                    <a:pt x="6287" y="3245"/>
                  </a:cubicBezTo>
                  <a:lnTo>
                    <a:pt x="5668" y="2602"/>
                  </a:lnTo>
                  <a:cubicBezTo>
                    <a:pt x="5620" y="2578"/>
                    <a:pt x="5597" y="2554"/>
                    <a:pt x="5549" y="2554"/>
                  </a:cubicBezTo>
                  <a:cubicBezTo>
                    <a:pt x="5406" y="2554"/>
                    <a:pt x="5335" y="2721"/>
                    <a:pt x="5430" y="2816"/>
                  </a:cubicBezTo>
                  <a:lnTo>
                    <a:pt x="6001" y="3388"/>
                  </a:lnTo>
                  <a:lnTo>
                    <a:pt x="3429" y="5960"/>
                  </a:lnTo>
                  <a:lnTo>
                    <a:pt x="381" y="2911"/>
                  </a:lnTo>
                  <a:lnTo>
                    <a:pt x="2953" y="339"/>
                  </a:lnTo>
                  <a:cubicBezTo>
                    <a:pt x="5025" y="2387"/>
                    <a:pt x="4930" y="2387"/>
                    <a:pt x="5073" y="2387"/>
                  </a:cubicBezTo>
                  <a:cubicBezTo>
                    <a:pt x="5192" y="2387"/>
                    <a:pt x="5263" y="2221"/>
                    <a:pt x="5168" y="2125"/>
                  </a:cubicBezTo>
                  <a:lnTo>
                    <a:pt x="3120" y="54"/>
                  </a:lnTo>
                  <a:cubicBezTo>
                    <a:pt x="3072" y="18"/>
                    <a:pt x="3013" y="0"/>
                    <a:pt x="2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5"/>
            <p:cNvSpPr/>
            <p:nvPr/>
          </p:nvSpPr>
          <p:spPr>
            <a:xfrm>
              <a:off x="6492840" y="4062684"/>
              <a:ext cx="63524" cy="56507"/>
            </a:xfrm>
            <a:custGeom>
              <a:rect b="b" l="l" r="r" t="t"/>
              <a:pathLst>
                <a:path extrusionOk="0" h="1683" w="1892">
                  <a:moveTo>
                    <a:pt x="1391" y="315"/>
                  </a:moveTo>
                  <a:cubicBezTo>
                    <a:pt x="1527" y="315"/>
                    <a:pt x="1645" y="501"/>
                    <a:pt x="1535" y="630"/>
                  </a:cubicBezTo>
                  <a:cubicBezTo>
                    <a:pt x="820" y="1321"/>
                    <a:pt x="820" y="1369"/>
                    <a:pt x="701" y="1369"/>
                  </a:cubicBezTo>
                  <a:cubicBezTo>
                    <a:pt x="606" y="1369"/>
                    <a:pt x="534" y="1297"/>
                    <a:pt x="534" y="1202"/>
                  </a:cubicBezTo>
                  <a:cubicBezTo>
                    <a:pt x="534" y="1059"/>
                    <a:pt x="582" y="1083"/>
                    <a:pt x="1273" y="368"/>
                  </a:cubicBezTo>
                  <a:cubicBezTo>
                    <a:pt x="1310" y="331"/>
                    <a:pt x="1352" y="315"/>
                    <a:pt x="1391" y="315"/>
                  </a:cubicBezTo>
                  <a:close/>
                  <a:moveTo>
                    <a:pt x="1390" y="0"/>
                  </a:moveTo>
                  <a:cubicBezTo>
                    <a:pt x="1274" y="0"/>
                    <a:pt x="1156" y="41"/>
                    <a:pt x="1058" y="130"/>
                  </a:cubicBezTo>
                  <a:lnTo>
                    <a:pt x="368" y="845"/>
                  </a:lnTo>
                  <a:cubicBezTo>
                    <a:pt x="1" y="1193"/>
                    <a:pt x="326" y="1683"/>
                    <a:pt x="713" y="1683"/>
                  </a:cubicBezTo>
                  <a:cubicBezTo>
                    <a:pt x="828" y="1683"/>
                    <a:pt x="949" y="1639"/>
                    <a:pt x="1058" y="1535"/>
                  </a:cubicBezTo>
                  <a:lnTo>
                    <a:pt x="1749" y="821"/>
                  </a:lnTo>
                  <a:cubicBezTo>
                    <a:pt x="1844" y="726"/>
                    <a:pt x="1892" y="607"/>
                    <a:pt x="1892" y="488"/>
                  </a:cubicBezTo>
                  <a:cubicBezTo>
                    <a:pt x="1892" y="193"/>
                    <a:pt x="1645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5"/>
            <p:cNvSpPr/>
            <p:nvPr/>
          </p:nvSpPr>
          <p:spPr>
            <a:xfrm>
              <a:off x="6553140" y="4003727"/>
              <a:ext cx="68493" cy="56137"/>
            </a:xfrm>
            <a:custGeom>
              <a:rect b="b" l="l" r="r" t="t"/>
              <a:pathLst>
                <a:path extrusionOk="0" h="1672" w="2040">
                  <a:moveTo>
                    <a:pt x="1365" y="329"/>
                  </a:moveTo>
                  <a:cubicBezTo>
                    <a:pt x="1497" y="329"/>
                    <a:pt x="1604" y="497"/>
                    <a:pt x="1477" y="624"/>
                  </a:cubicBezTo>
                  <a:lnTo>
                    <a:pt x="810" y="1315"/>
                  </a:lnTo>
                  <a:cubicBezTo>
                    <a:pt x="763" y="1339"/>
                    <a:pt x="715" y="1362"/>
                    <a:pt x="667" y="1362"/>
                  </a:cubicBezTo>
                  <a:cubicBezTo>
                    <a:pt x="660" y="1364"/>
                    <a:pt x="653" y="1364"/>
                    <a:pt x="646" y="1364"/>
                  </a:cubicBezTo>
                  <a:cubicBezTo>
                    <a:pt x="515" y="1364"/>
                    <a:pt x="436" y="1167"/>
                    <a:pt x="548" y="1077"/>
                  </a:cubicBezTo>
                  <a:lnTo>
                    <a:pt x="1239" y="386"/>
                  </a:lnTo>
                  <a:cubicBezTo>
                    <a:pt x="1279" y="346"/>
                    <a:pt x="1323" y="329"/>
                    <a:pt x="1365" y="329"/>
                  </a:cubicBezTo>
                  <a:close/>
                  <a:moveTo>
                    <a:pt x="1344" y="0"/>
                  </a:moveTo>
                  <a:cubicBezTo>
                    <a:pt x="1230" y="0"/>
                    <a:pt x="1110" y="44"/>
                    <a:pt x="1001" y="148"/>
                  </a:cubicBezTo>
                  <a:lnTo>
                    <a:pt x="310" y="839"/>
                  </a:lnTo>
                  <a:cubicBezTo>
                    <a:pt x="1" y="1148"/>
                    <a:pt x="215" y="1672"/>
                    <a:pt x="667" y="1672"/>
                  </a:cubicBezTo>
                  <a:cubicBezTo>
                    <a:pt x="787" y="1672"/>
                    <a:pt x="906" y="1624"/>
                    <a:pt x="1001" y="1529"/>
                  </a:cubicBezTo>
                  <a:lnTo>
                    <a:pt x="1691" y="839"/>
                  </a:lnTo>
                  <a:cubicBezTo>
                    <a:pt x="2040" y="490"/>
                    <a:pt x="1725" y="0"/>
                    <a:pt x="1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5"/>
            <p:cNvSpPr/>
            <p:nvPr/>
          </p:nvSpPr>
          <p:spPr>
            <a:xfrm>
              <a:off x="6346855" y="3857373"/>
              <a:ext cx="362241" cy="358010"/>
            </a:xfrm>
            <a:custGeom>
              <a:rect b="b" l="l" r="r" t="t"/>
              <a:pathLst>
                <a:path extrusionOk="0" h="10663" w="10789">
                  <a:moveTo>
                    <a:pt x="7955" y="6549"/>
                  </a:moveTo>
                  <a:cubicBezTo>
                    <a:pt x="7996" y="6549"/>
                    <a:pt x="8038" y="6567"/>
                    <a:pt x="8074" y="6603"/>
                  </a:cubicBezTo>
                  <a:lnTo>
                    <a:pt x="8431" y="6960"/>
                  </a:lnTo>
                  <a:lnTo>
                    <a:pt x="8193" y="7198"/>
                  </a:lnTo>
                  <a:lnTo>
                    <a:pt x="7716" y="6722"/>
                  </a:lnTo>
                  <a:lnTo>
                    <a:pt x="7835" y="6603"/>
                  </a:lnTo>
                  <a:cubicBezTo>
                    <a:pt x="7871" y="6567"/>
                    <a:pt x="7913" y="6549"/>
                    <a:pt x="7955" y="6549"/>
                  </a:cubicBezTo>
                  <a:close/>
                  <a:moveTo>
                    <a:pt x="6788" y="7650"/>
                  </a:moveTo>
                  <a:lnTo>
                    <a:pt x="7288" y="8127"/>
                  </a:lnTo>
                  <a:lnTo>
                    <a:pt x="7026" y="8365"/>
                  </a:lnTo>
                  <a:cubicBezTo>
                    <a:pt x="6716" y="8031"/>
                    <a:pt x="6621" y="8008"/>
                    <a:pt x="6621" y="7889"/>
                  </a:cubicBezTo>
                  <a:cubicBezTo>
                    <a:pt x="6621" y="7769"/>
                    <a:pt x="6716" y="7746"/>
                    <a:pt x="6788" y="7650"/>
                  </a:cubicBezTo>
                  <a:close/>
                  <a:moveTo>
                    <a:pt x="9526" y="8984"/>
                  </a:moveTo>
                  <a:lnTo>
                    <a:pt x="10360" y="9817"/>
                  </a:lnTo>
                  <a:lnTo>
                    <a:pt x="9884" y="10294"/>
                  </a:lnTo>
                  <a:lnTo>
                    <a:pt x="9050" y="9460"/>
                  </a:lnTo>
                  <a:lnTo>
                    <a:pt x="9526" y="8984"/>
                  </a:lnTo>
                  <a:close/>
                  <a:moveTo>
                    <a:pt x="3671" y="0"/>
                  </a:moveTo>
                  <a:cubicBezTo>
                    <a:pt x="3442" y="0"/>
                    <a:pt x="3215" y="89"/>
                    <a:pt x="3049" y="268"/>
                  </a:cubicBezTo>
                  <a:lnTo>
                    <a:pt x="358" y="2935"/>
                  </a:lnTo>
                  <a:cubicBezTo>
                    <a:pt x="1" y="3292"/>
                    <a:pt x="1" y="3864"/>
                    <a:pt x="358" y="4221"/>
                  </a:cubicBezTo>
                  <a:lnTo>
                    <a:pt x="739" y="4578"/>
                  </a:lnTo>
                  <a:cubicBezTo>
                    <a:pt x="763" y="4626"/>
                    <a:pt x="810" y="4626"/>
                    <a:pt x="858" y="4626"/>
                  </a:cubicBezTo>
                  <a:cubicBezTo>
                    <a:pt x="929" y="4626"/>
                    <a:pt x="1001" y="4578"/>
                    <a:pt x="1001" y="4483"/>
                  </a:cubicBezTo>
                  <a:cubicBezTo>
                    <a:pt x="1001" y="4435"/>
                    <a:pt x="1001" y="4388"/>
                    <a:pt x="953" y="4364"/>
                  </a:cubicBezTo>
                  <a:lnTo>
                    <a:pt x="596" y="3983"/>
                  </a:lnTo>
                  <a:cubicBezTo>
                    <a:pt x="358" y="3769"/>
                    <a:pt x="358" y="3388"/>
                    <a:pt x="596" y="3173"/>
                  </a:cubicBezTo>
                  <a:lnTo>
                    <a:pt x="3263" y="482"/>
                  </a:lnTo>
                  <a:cubicBezTo>
                    <a:pt x="3382" y="375"/>
                    <a:pt x="3531" y="322"/>
                    <a:pt x="3680" y="322"/>
                  </a:cubicBezTo>
                  <a:cubicBezTo>
                    <a:pt x="3829" y="322"/>
                    <a:pt x="3978" y="375"/>
                    <a:pt x="4097" y="482"/>
                  </a:cubicBezTo>
                  <a:cubicBezTo>
                    <a:pt x="8740" y="5174"/>
                    <a:pt x="8645" y="4959"/>
                    <a:pt x="8717" y="5198"/>
                  </a:cubicBezTo>
                  <a:cubicBezTo>
                    <a:pt x="8979" y="5983"/>
                    <a:pt x="9002" y="6007"/>
                    <a:pt x="9002" y="6174"/>
                  </a:cubicBezTo>
                  <a:cubicBezTo>
                    <a:pt x="9002" y="6412"/>
                    <a:pt x="8883" y="6603"/>
                    <a:pt x="8693" y="6745"/>
                  </a:cubicBezTo>
                  <a:lnTo>
                    <a:pt x="8336" y="6388"/>
                  </a:lnTo>
                  <a:cubicBezTo>
                    <a:pt x="8240" y="6293"/>
                    <a:pt x="8115" y="6245"/>
                    <a:pt x="7990" y="6245"/>
                  </a:cubicBezTo>
                  <a:cubicBezTo>
                    <a:pt x="7865" y="6245"/>
                    <a:pt x="7740" y="6293"/>
                    <a:pt x="7645" y="6388"/>
                  </a:cubicBezTo>
                  <a:lnTo>
                    <a:pt x="6478" y="7555"/>
                  </a:lnTo>
                  <a:cubicBezTo>
                    <a:pt x="6288" y="7746"/>
                    <a:pt x="6288" y="8031"/>
                    <a:pt x="6478" y="8222"/>
                  </a:cubicBezTo>
                  <a:lnTo>
                    <a:pt x="6835" y="8579"/>
                  </a:lnTo>
                  <a:cubicBezTo>
                    <a:pt x="6716" y="8770"/>
                    <a:pt x="6502" y="8889"/>
                    <a:pt x="6288" y="8913"/>
                  </a:cubicBezTo>
                  <a:cubicBezTo>
                    <a:pt x="6121" y="8913"/>
                    <a:pt x="6073" y="8865"/>
                    <a:pt x="5287" y="8603"/>
                  </a:cubicBezTo>
                  <a:cubicBezTo>
                    <a:pt x="5216" y="8579"/>
                    <a:pt x="5121" y="8532"/>
                    <a:pt x="5073" y="8484"/>
                  </a:cubicBezTo>
                  <a:cubicBezTo>
                    <a:pt x="1464" y="4898"/>
                    <a:pt x="1442" y="4792"/>
                    <a:pt x="1353" y="4792"/>
                  </a:cubicBezTo>
                  <a:cubicBezTo>
                    <a:pt x="1347" y="4792"/>
                    <a:pt x="1341" y="4793"/>
                    <a:pt x="1334" y="4793"/>
                  </a:cubicBezTo>
                  <a:cubicBezTo>
                    <a:pt x="1191" y="4793"/>
                    <a:pt x="1120" y="4983"/>
                    <a:pt x="1215" y="5078"/>
                  </a:cubicBezTo>
                  <a:lnTo>
                    <a:pt x="4835" y="8698"/>
                  </a:lnTo>
                  <a:cubicBezTo>
                    <a:pt x="5073" y="8936"/>
                    <a:pt x="5311" y="8936"/>
                    <a:pt x="6002" y="9175"/>
                  </a:cubicBezTo>
                  <a:cubicBezTo>
                    <a:pt x="6092" y="9209"/>
                    <a:pt x="6187" y="9226"/>
                    <a:pt x="6281" y="9226"/>
                  </a:cubicBezTo>
                  <a:cubicBezTo>
                    <a:pt x="6510" y="9226"/>
                    <a:pt x="6738" y="9129"/>
                    <a:pt x="6907" y="8960"/>
                  </a:cubicBezTo>
                  <a:lnTo>
                    <a:pt x="7526" y="8341"/>
                  </a:lnTo>
                  <a:lnTo>
                    <a:pt x="7835" y="8651"/>
                  </a:lnTo>
                  <a:cubicBezTo>
                    <a:pt x="7865" y="8680"/>
                    <a:pt x="7902" y="8694"/>
                    <a:pt x="7939" y="8694"/>
                  </a:cubicBezTo>
                  <a:cubicBezTo>
                    <a:pt x="8019" y="8694"/>
                    <a:pt x="8097" y="8630"/>
                    <a:pt x="8097" y="8532"/>
                  </a:cubicBezTo>
                  <a:cubicBezTo>
                    <a:pt x="8097" y="8412"/>
                    <a:pt x="8050" y="8460"/>
                    <a:pt x="7050" y="7412"/>
                  </a:cubicBezTo>
                  <a:lnTo>
                    <a:pt x="7526" y="6936"/>
                  </a:lnTo>
                  <a:lnTo>
                    <a:pt x="8121" y="7531"/>
                  </a:lnTo>
                  <a:lnTo>
                    <a:pt x="9336" y="8746"/>
                  </a:lnTo>
                  <a:lnTo>
                    <a:pt x="8860" y="9222"/>
                  </a:lnTo>
                  <a:cubicBezTo>
                    <a:pt x="8550" y="8936"/>
                    <a:pt x="8526" y="8865"/>
                    <a:pt x="8431" y="8865"/>
                  </a:cubicBezTo>
                  <a:cubicBezTo>
                    <a:pt x="8288" y="8865"/>
                    <a:pt x="8217" y="9032"/>
                    <a:pt x="8312" y="9127"/>
                  </a:cubicBezTo>
                  <a:lnTo>
                    <a:pt x="9812" y="10627"/>
                  </a:lnTo>
                  <a:cubicBezTo>
                    <a:pt x="9836" y="10651"/>
                    <a:pt x="9872" y="10663"/>
                    <a:pt x="9910" y="10663"/>
                  </a:cubicBezTo>
                  <a:cubicBezTo>
                    <a:pt x="9949" y="10663"/>
                    <a:pt x="9991" y="10651"/>
                    <a:pt x="10026" y="10627"/>
                  </a:cubicBezTo>
                  <a:lnTo>
                    <a:pt x="10717" y="9913"/>
                  </a:lnTo>
                  <a:cubicBezTo>
                    <a:pt x="10788" y="9865"/>
                    <a:pt x="10788" y="9770"/>
                    <a:pt x="10717" y="9698"/>
                  </a:cubicBezTo>
                  <a:lnTo>
                    <a:pt x="10693" y="9722"/>
                  </a:lnTo>
                  <a:lnTo>
                    <a:pt x="8431" y="7412"/>
                  </a:lnTo>
                  <a:lnTo>
                    <a:pt x="9050" y="6793"/>
                  </a:lnTo>
                  <a:cubicBezTo>
                    <a:pt x="9288" y="6555"/>
                    <a:pt x="9383" y="6198"/>
                    <a:pt x="9264" y="5888"/>
                  </a:cubicBezTo>
                  <a:cubicBezTo>
                    <a:pt x="9002" y="5198"/>
                    <a:pt x="9026" y="4983"/>
                    <a:pt x="8788" y="4721"/>
                  </a:cubicBezTo>
                  <a:lnTo>
                    <a:pt x="4311" y="268"/>
                  </a:lnTo>
                  <a:cubicBezTo>
                    <a:pt x="4132" y="89"/>
                    <a:pt x="3900" y="0"/>
                    <a:pt x="3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5"/>
            <p:cNvSpPr/>
            <p:nvPr/>
          </p:nvSpPr>
          <p:spPr>
            <a:xfrm>
              <a:off x="6476992" y="4027061"/>
              <a:ext cx="37000" cy="34280"/>
            </a:xfrm>
            <a:custGeom>
              <a:rect b="b" l="l" r="r" t="t"/>
              <a:pathLst>
                <a:path extrusionOk="0" h="1021" w="1102">
                  <a:moveTo>
                    <a:pt x="935" y="1"/>
                  </a:moveTo>
                  <a:cubicBezTo>
                    <a:pt x="816" y="1"/>
                    <a:pt x="840" y="48"/>
                    <a:pt x="125" y="739"/>
                  </a:cubicBezTo>
                  <a:cubicBezTo>
                    <a:pt x="0" y="846"/>
                    <a:pt x="103" y="1020"/>
                    <a:pt x="233" y="1020"/>
                  </a:cubicBezTo>
                  <a:cubicBezTo>
                    <a:pt x="276" y="1020"/>
                    <a:pt x="322" y="1001"/>
                    <a:pt x="364" y="953"/>
                  </a:cubicBezTo>
                  <a:cubicBezTo>
                    <a:pt x="1030" y="239"/>
                    <a:pt x="1102" y="263"/>
                    <a:pt x="1102" y="144"/>
                  </a:cubicBezTo>
                  <a:cubicBezTo>
                    <a:pt x="1102" y="48"/>
                    <a:pt x="1030" y="1"/>
                    <a:pt x="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5"/>
            <p:cNvSpPr/>
            <p:nvPr/>
          </p:nvSpPr>
          <p:spPr>
            <a:xfrm>
              <a:off x="6517181" y="3987745"/>
              <a:ext cx="35992" cy="33743"/>
            </a:xfrm>
            <a:custGeom>
              <a:rect b="b" l="l" r="r" t="t"/>
              <a:pathLst>
                <a:path extrusionOk="0" h="1005" w="1072">
                  <a:moveTo>
                    <a:pt x="941" y="0"/>
                  </a:moveTo>
                  <a:cubicBezTo>
                    <a:pt x="930" y="0"/>
                    <a:pt x="917" y="2"/>
                    <a:pt x="905" y="5"/>
                  </a:cubicBezTo>
                  <a:cubicBezTo>
                    <a:pt x="857" y="5"/>
                    <a:pt x="834" y="5"/>
                    <a:pt x="810" y="52"/>
                  </a:cubicBezTo>
                  <a:lnTo>
                    <a:pt x="95" y="743"/>
                  </a:lnTo>
                  <a:cubicBezTo>
                    <a:pt x="0" y="838"/>
                    <a:pt x="71" y="1005"/>
                    <a:pt x="214" y="1005"/>
                  </a:cubicBezTo>
                  <a:cubicBezTo>
                    <a:pt x="333" y="1005"/>
                    <a:pt x="310" y="957"/>
                    <a:pt x="1024" y="267"/>
                  </a:cubicBezTo>
                  <a:cubicBezTo>
                    <a:pt x="1048" y="243"/>
                    <a:pt x="1072" y="195"/>
                    <a:pt x="1072" y="148"/>
                  </a:cubicBezTo>
                  <a:cubicBezTo>
                    <a:pt x="1072" y="65"/>
                    <a:pt x="1018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5"/>
            <p:cNvSpPr/>
            <p:nvPr/>
          </p:nvSpPr>
          <p:spPr>
            <a:xfrm>
              <a:off x="6432405" y="3940706"/>
              <a:ext cx="82393" cy="81587"/>
            </a:xfrm>
            <a:custGeom>
              <a:rect b="b" l="l" r="r" t="t"/>
              <a:pathLst>
                <a:path extrusionOk="0" h="2430" w="2454">
                  <a:moveTo>
                    <a:pt x="406" y="382"/>
                  </a:moveTo>
                  <a:lnTo>
                    <a:pt x="1596" y="691"/>
                  </a:lnTo>
                  <a:cubicBezTo>
                    <a:pt x="1906" y="787"/>
                    <a:pt x="2144" y="1072"/>
                    <a:pt x="2144" y="1406"/>
                  </a:cubicBezTo>
                  <a:cubicBezTo>
                    <a:pt x="2120" y="1787"/>
                    <a:pt x="1811" y="2120"/>
                    <a:pt x="1430" y="2120"/>
                  </a:cubicBezTo>
                  <a:cubicBezTo>
                    <a:pt x="1096" y="2120"/>
                    <a:pt x="810" y="1882"/>
                    <a:pt x="715" y="1572"/>
                  </a:cubicBezTo>
                  <a:lnTo>
                    <a:pt x="406" y="382"/>
                  </a:lnTo>
                  <a:close/>
                  <a:moveTo>
                    <a:pt x="197" y="0"/>
                  </a:moveTo>
                  <a:cubicBezTo>
                    <a:pt x="195" y="0"/>
                    <a:pt x="194" y="1"/>
                    <a:pt x="191" y="1"/>
                  </a:cubicBezTo>
                  <a:cubicBezTo>
                    <a:pt x="72" y="1"/>
                    <a:pt x="1" y="96"/>
                    <a:pt x="24" y="191"/>
                  </a:cubicBezTo>
                  <a:lnTo>
                    <a:pt x="429" y="1644"/>
                  </a:lnTo>
                  <a:cubicBezTo>
                    <a:pt x="548" y="2120"/>
                    <a:pt x="953" y="2430"/>
                    <a:pt x="1430" y="2430"/>
                  </a:cubicBezTo>
                  <a:cubicBezTo>
                    <a:pt x="2001" y="2430"/>
                    <a:pt x="2454" y="1977"/>
                    <a:pt x="2454" y="1406"/>
                  </a:cubicBezTo>
                  <a:cubicBezTo>
                    <a:pt x="2454" y="929"/>
                    <a:pt x="2120" y="525"/>
                    <a:pt x="1668" y="406"/>
                  </a:cubicBezTo>
                  <a:cubicBezTo>
                    <a:pt x="275" y="20"/>
                    <a:pt x="212" y="0"/>
                    <a:pt x="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5"/>
            <p:cNvSpPr/>
            <p:nvPr/>
          </p:nvSpPr>
          <p:spPr>
            <a:xfrm>
              <a:off x="6669881" y="4178988"/>
              <a:ext cx="14101" cy="10509"/>
            </a:xfrm>
            <a:custGeom>
              <a:rect b="b" l="l" r="r" t="t"/>
              <a:pathLst>
                <a:path extrusionOk="0" h="313" w="420">
                  <a:moveTo>
                    <a:pt x="202" y="1"/>
                  </a:moveTo>
                  <a:cubicBezTo>
                    <a:pt x="166" y="1"/>
                    <a:pt x="129" y="15"/>
                    <a:pt x="96" y="48"/>
                  </a:cubicBezTo>
                  <a:cubicBezTo>
                    <a:pt x="1" y="119"/>
                    <a:pt x="24" y="238"/>
                    <a:pt x="120" y="286"/>
                  </a:cubicBezTo>
                  <a:cubicBezTo>
                    <a:pt x="138" y="304"/>
                    <a:pt x="163" y="312"/>
                    <a:pt x="190" y="312"/>
                  </a:cubicBezTo>
                  <a:cubicBezTo>
                    <a:pt x="233" y="312"/>
                    <a:pt x="281" y="292"/>
                    <a:pt x="310" y="262"/>
                  </a:cubicBezTo>
                  <a:cubicBezTo>
                    <a:pt x="420" y="153"/>
                    <a:pt x="319" y="1"/>
                    <a:pt x="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0" name="Google Shape;990;p45"/>
          <p:cNvGrpSpPr/>
          <p:nvPr/>
        </p:nvGrpSpPr>
        <p:grpSpPr>
          <a:xfrm>
            <a:off x="4999208" y="2197467"/>
            <a:ext cx="358245" cy="336019"/>
            <a:chOff x="7904433" y="1568230"/>
            <a:chExt cx="358245" cy="336019"/>
          </a:xfrm>
        </p:grpSpPr>
        <p:sp>
          <p:nvSpPr>
            <p:cNvPr id="991" name="Google Shape;991;p45"/>
            <p:cNvSpPr/>
            <p:nvPr/>
          </p:nvSpPr>
          <p:spPr>
            <a:xfrm>
              <a:off x="7904433" y="1568263"/>
              <a:ext cx="292673" cy="335985"/>
            </a:xfrm>
            <a:custGeom>
              <a:rect b="b" l="l" r="r" t="t"/>
              <a:pathLst>
                <a:path extrusionOk="0" h="10007" w="8717">
                  <a:moveTo>
                    <a:pt x="5811" y="8078"/>
                  </a:moveTo>
                  <a:lnTo>
                    <a:pt x="5811" y="9054"/>
                  </a:lnTo>
                  <a:lnTo>
                    <a:pt x="4834" y="9054"/>
                  </a:lnTo>
                  <a:lnTo>
                    <a:pt x="4834" y="8078"/>
                  </a:lnTo>
                  <a:close/>
                  <a:moveTo>
                    <a:pt x="6287" y="9364"/>
                  </a:moveTo>
                  <a:cubicBezTo>
                    <a:pt x="6382" y="9364"/>
                    <a:pt x="6454" y="9459"/>
                    <a:pt x="6454" y="9554"/>
                  </a:cubicBezTo>
                  <a:lnTo>
                    <a:pt x="6478" y="9554"/>
                  </a:lnTo>
                  <a:lnTo>
                    <a:pt x="6478" y="9697"/>
                  </a:lnTo>
                  <a:lnTo>
                    <a:pt x="4191" y="9697"/>
                  </a:lnTo>
                  <a:lnTo>
                    <a:pt x="4191" y="9554"/>
                  </a:lnTo>
                  <a:cubicBezTo>
                    <a:pt x="4191" y="9459"/>
                    <a:pt x="4287" y="9364"/>
                    <a:pt x="4382" y="9364"/>
                  </a:cubicBezTo>
                  <a:close/>
                  <a:moveTo>
                    <a:pt x="1816" y="1"/>
                  </a:moveTo>
                  <a:cubicBezTo>
                    <a:pt x="1806" y="1"/>
                    <a:pt x="1796" y="2"/>
                    <a:pt x="1786" y="4"/>
                  </a:cubicBezTo>
                  <a:lnTo>
                    <a:pt x="310" y="4"/>
                  </a:lnTo>
                  <a:cubicBezTo>
                    <a:pt x="143" y="4"/>
                    <a:pt x="0" y="124"/>
                    <a:pt x="0" y="290"/>
                  </a:cubicBezTo>
                  <a:lnTo>
                    <a:pt x="0" y="7768"/>
                  </a:lnTo>
                  <a:cubicBezTo>
                    <a:pt x="0" y="7935"/>
                    <a:pt x="143" y="8078"/>
                    <a:pt x="310" y="8078"/>
                  </a:cubicBezTo>
                  <a:lnTo>
                    <a:pt x="4525" y="8078"/>
                  </a:lnTo>
                  <a:lnTo>
                    <a:pt x="4525" y="9054"/>
                  </a:lnTo>
                  <a:lnTo>
                    <a:pt x="4382" y="9054"/>
                  </a:lnTo>
                  <a:cubicBezTo>
                    <a:pt x="4096" y="9054"/>
                    <a:pt x="3882" y="9268"/>
                    <a:pt x="3882" y="9554"/>
                  </a:cubicBezTo>
                  <a:lnTo>
                    <a:pt x="3882" y="9864"/>
                  </a:lnTo>
                  <a:cubicBezTo>
                    <a:pt x="3882" y="9935"/>
                    <a:pt x="3953" y="10006"/>
                    <a:pt x="4025" y="10006"/>
                  </a:cubicBezTo>
                  <a:lnTo>
                    <a:pt x="6621" y="10006"/>
                  </a:lnTo>
                  <a:cubicBezTo>
                    <a:pt x="6692" y="10006"/>
                    <a:pt x="6763" y="9935"/>
                    <a:pt x="6763" y="9864"/>
                  </a:cubicBezTo>
                  <a:lnTo>
                    <a:pt x="6763" y="9554"/>
                  </a:lnTo>
                  <a:cubicBezTo>
                    <a:pt x="6763" y="9268"/>
                    <a:pt x="6549" y="9054"/>
                    <a:pt x="6263" y="9054"/>
                  </a:cubicBezTo>
                  <a:lnTo>
                    <a:pt x="6120" y="9054"/>
                  </a:lnTo>
                  <a:lnTo>
                    <a:pt x="6120" y="8078"/>
                  </a:lnTo>
                  <a:lnTo>
                    <a:pt x="8550" y="8078"/>
                  </a:lnTo>
                  <a:cubicBezTo>
                    <a:pt x="8621" y="8078"/>
                    <a:pt x="8692" y="8030"/>
                    <a:pt x="8692" y="7958"/>
                  </a:cubicBezTo>
                  <a:cubicBezTo>
                    <a:pt x="8716" y="7863"/>
                    <a:pt x="8645" y="7768"/>
                    <a:pt x="8550" y="7768"/>
                  </a:cubicBezTo>
                  <a:lnTo>
                    <a:pt x="286" y="7768"/>
                  </a:lnTo>
                  <a:lnTo>
                    <a:pt x="286" y="314"/>
                  </a:lnTo>
                  <a:lnTo>
                    <a:pt x="1786" y="314"/>
                  </a:lnTo>
                  <a:cubicBezTo>
                    <a:pt x="1858" y="314"/>
                    <a:pt x="1929" y="243"/>
                    <a:pt x="1953" y="171"/>
                  </a:cubicBezTo>
                  <a:cubicBezTo>
                    <a:pt x="1953" y="86"/>
                    <a:pt x="1896" y="1"/>
                    <a:pt x="1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45"/>
            <p:cNvSpPr/>
            <p:nvPr/>
          </p:nvSpPr>
          <p:spPr>
            <a:xfrm>
              <a:off x="7981186" y="1568230"/>
              <a:ext cx="281493" cy="271252"/>
            </a:xfrm>
            <a:custGeom>
              <a:rect b="b" l="l" r="r" t="t"/>
              <a:pathLst>
                <a:path extrusionOk="0" h="8079" w="8384">
                  <a:moveTo>
                    <a:pt x="8245" y="1"/>
                  </a:moveTo>
                  <a:cubicBezTo>
                    <a:pt x="8236" y="1"/>
                    <a:pt x="8226" y="2"/>
                    <a:pt x="8216" y="5"/>
                  </a:cubicBezTo>
                  <a:lnTo>
                    <a:pt x="167" y="5"/>
                  </a:lnTo>
                  <a:cubicBezTo>
                    <a:pt x="143" y="5"/>
                    <a:pt x="119" y="5"/>
                    <a:pt x="96" y="29"/>
                  </a:cubicBezTo>
                  <a:cubicBezTo>
                    <a:pt x="0" y="125"/>
                    <a:pt x="72" y="291"/>
                    <a:pt x="215" y="315"/>
                  </a:cubicBezTo>
                  <a:lnTo>
                    <a:pt x="8073" y="315"/>
                  </a:lnTo>
                  <a:lnTo>
                    <a:pt x="8073" y="7769"/>
                  </a:lnTo>
                  <a:lnTo>
                    <a:pt x="6954" y="7769"/>
                  </a:lnTo>
                  <a:cubicBezTo>
                    <a:pt x="6883" y="7769"/>
                    <a:pt x="6811" y="7817"/>
                    <a:pt x="6787" y="7912"/>
                  </a:cubicBezTo>
                  <a:cubicBezTo>
                    <a:pt x="6787" y="8007"/>
                    <a:pt x="6859" y="8079"/>
                    <a:pt x="6954" y="8079"/>
                  </a:cubicBezTo>
                  <a:lnTo>
                    <a:pt x="8073" y="8079"/>
                  </a:lnTo>
                  <a:cubicBezTo>
                    <a:pt x="8240" y="8079"/>
                    <a:pt x="8383" y="7959"/>
                    <a:pt x="8383" y="7793"/>
                  </a:cubicBezTo>
                  <a:lnTo>
                    <a:pt x="8383" y="148"/>
                  </a:lnTo>
                  <a:cubicBezTo>
                    <a:pt x="8383" y="66"/>
                    <a:pt x="8311" y="1"/>
                    <a:pt x="8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5"/>
            <p:cNvSpPr/>
            <p:nvPr/>
          </p:nvSpPr>
          <p:spPr>
            <a:xfrm>
              <a:off x="7925216" y="1589180"/>
              <a:ext cx="315068" cy="228713"/>
            </a:xfrm>
            <a:custGeom>
              <a:rect b="b" l="l" r="r" t="t"/>
              <a:pathLst>
                <a:path extrusionOk="0" h="6812" w="9384">
                  <a:moveTo>
                    <a:pt x="9074" y="310"/>
                  </a:moveTo>
                  <a:lnTo>
                    <a:pt x="9074" y="2168"/>
                  </a:lnTo>
                  <a:lnTo>
                    <a:pt x="7454" y="2168"/>
                  </a:lnTo>
                  <a:lnTo>
                    <a:pt x="7454" y="310"/>
                  </a:lnTo>
                  <a:close/>
                  <a:moveTo>
                    <a:pt x="9074" y="2477"/>
                  </a:moveTo>
                  <a:lnTo>
                    <a:pt x="9074" y="4335"/>
                  </a:lnTo>
                  <a:lnTo>
                    <a:pt x="7454" y="4335"/>
                  </a:lnTo>
                  <a:lnTo>
                    <a:pt x="7454" y="2477"/>
                  </a:lnTo>
                  <a:close/>
                  <a:moveTo>
                    <a:pt x="7145" y="310"/>
                  </a:moveTo>
                  <a:lnTo>
                    <a:pt x="7145" y="6478"/>
                  </a:lnTo>
                  <a:lnTo>
                    <a:pt x="310" y="6478"/>
                  </a:lnTo>
                  <a:lnTo>
                    <a:pt x="310" y="310"/>
                  </a:lnTo>
                  <a:close/>
                  <a:moveTo>
                    <a:pt x="9074" y="4644"/>
                  </a:moveTo>
                  <a:lnTo>
                    <a:pt x="9074" y="6478"/>
                  </a:lnTo>
                  <a:lnTo>
                    <a:pt x="7454" y="6478"/>
                  </a:lnTo>
                  <a:lnTo>
                    <a:pt x="7454" y="4644"/>
                  </a:lnTo>
                  <a:close/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6669"/>
                  </a:lnTo>
                  <a:cubicBezTo>
                    <a:pt x="0" y="6740"/>
                    <a:pt x="72" y="6812"/>
                    <a:pt x="167" y="6812"/>
                  </a:cubicBezTo>
                  <a:lnTo>
                    <a:pt x="9240" y="6812"/>
                  </a:lnTo>
                  <a:cubicBezTo>
                    <a:pt x="9312" y="6812"/>
                    <a:pt x="9383" y="6740"/>
                    <a:pt x="9383" y="6669"/>
                  </a:cubicBezTo>
                  <a:lnTo>
                    <a:pt x="9383" y="167"/>
                  </a:lnTo>
                  <a:cubicBezTo>
                    <a:pt x="9383" y="72"/>
                    <a:pt x="9312" y="1"/>
                    <a:pt x="92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5"/>
            <p:cNvSpPr/>
            <p:nvPr/>
          </p:nvSpPr>
          <p:spPr>
            <a:xfrm>
              <a:off x="7940392" y="1611575"/>
              <a:ext cx="215115" cy="181036"/>
            </a:xfrm>
            <a:custGeom>
              <a:rect b="b" l="l" r="r" t="t"/>
              <a:pathLst>
                <a:path extrusionOk="0" h="5392" w="6407">
                  <a:moveTo>
                    <a:pt x="3454" y="310"/>
                  </a:moveTo>
                  <a:lnTo>
                    <a:pt x="3454" y="643"/>
                  </a:lnTo>
                  <a:lnTo>
                    <a:pt x="3120" y="643"/>
                  </a:lnTo>
                  <a:lnTo>
                    <a:pt x="3120" y="310"/>
                  </a:lnTo>
                  <a:close/>
                  <a:moveTo>
                    <a:pt x="3454" y="1001"/>
                  </a:moveTo>
                  <a:lnTo>
                    <a:pt x="3454" y="1310"/>
                  </a:lnTo>
                  <a:lnTo>
                    <a:pt x="3120" y="1310"/>
                  </a:lnTo>
                  <a:lnTo>
                    <a:pt x="3120" y="1001"/>
                  </a:lnTo>
                  <a:close/>
                  <a:moveTo>
                    <a:pt x="3454" y="1620"/>
                  </a:moveTo>
                  <a:lnTo>
                    <a:pt x="3454" y="1953"/>
                  </a:lnTo>
                  <a:lnTo>
                    <a:pt x="3120" y="1953"/>
                  </a:lnTo>
                  <a:lnTo>
                    <a:pt x="3120" y="1620"/>
                  </a:lnTo>
                  <a:close/>
                  <a:moveTo>
                    <a:pt x="3454" y="2263"/>
                  </a:moveTo>
                  <a:lnTo>
                    <a:pt x="3454" y="2430"/>
                  </a:lnTo>
                  <a:cubicBezTo>
                    <a:pt x="3454" y="2668"/>
                    <a:pt x="3621" y="2882"/>
                    <a:pt x="3859" y="2953"/>
                  </a:cubicBezTo>
                  <a:lnTo>
                    <a:pt x="4621" y="3215"/>
                  </a:lnTo>
                  <a:cubicBezTo>
                    <a:pt x="4692" y="3239"/>
                    <a:pt x="4716" y="3287"/>
                    <a:pt x="4740" y="3358"/>
                  </a:cubicBezTo>
                  <a:cubicBezTo>
                    <a:pt x="4740" y="3436"/>
                    <a:pt x="4676" y="3514"/>
                    <a:pt x="4588" y="3514"/>
                  </a:cubicBezTo>
                  <a:cubicBezTo>
                    <a:pt x="4568" y="3514"/>
                    <a:pt x="4547" y="3510"/>
                    <a:pt x="4526" y="3501"/>
                  </a:cubicBezTo>
                  <a:lnTo>
                    <a:pt x="3573" y="3192"/>
                  </a:lnTo>
                  <a:cubicBezTo>
                    <a:pt x="3478" y="3156"/>
                    <a:pt x="3382" y="3138"/>
                    <a:pt x="3290" y="3138"/>
                  </a:cubicBezTo>
                  <a:cubicBezTo>
                    <a:pt x="3198" y="3138"/>
                    <a:pt x="3109" y="3156"/>
                    <a:pt x="3025" y="3192"/>
                  </a:cubicBezTo>
                  <a:lnTo>
                    <a:pt x="3001" y="3192"/>
                  </a:lnTo>
                  <a:lnTo>
                    <a:pt x="2049" y="3525"/>
                  </a:lnTo>
                  <a:cubicBezTo>
                    <a:pt x="2034" y="3529"/>
                    <a:pt x="2020" y="3530"/>
                    <a:pt x="2007" y="3530"/>
                  </a:cubicBezTo>
                  <a:cubicBezTo>
                    <a:pt x="1845" y="3530"/>
                    <a:pt x="1778" y="3281"/>
                    <a:pt x="1954" y="3215"/>
                  </a:cubicBezTo>
                  <a:lnTo>
                    <a:pt x="2739" y="2953"/>
                  </a:lnTo>
                  <a:cubicBezTo>
                    <a:pt x="2978" y="2882"/>
                    <a:pt x="3120" y="2668"/>
                    <a:pt x="3120" y="2406"/>
                  </a:cubicBezTo>
                  <a:lnTo>
                    <a:pt x="3120" y="2263"/>
                  </a:lnTo>
                  <a:close/>
                  <a:moveTo>
                    <a:pt x="1975" y="1577"/>
                  </a:moveTo>
                  <a:cubicBezTo>
                    <a:pt x="2066" y="1577"/>
                    <a:pt x="2151" y="1647"/>
                    <a:pt x="2168" y="1763"/>
                  </a:cubicBezTo>
                  <a:lnTo>
                    <a:pt x="2168" y="2811"/>
                  </a:lnTo>
                  <a:lnTo>
                    <a:pt x="1835" y="2930"/>
                  </a:lnTo>
                  <a:cubicBezTo>
                    <a:pt x="1337" y="3124"/>
                    <a:pt x="1527" y="3809"/>
                    <a:pt x="1994" y="3809"/>
                  </a:cubicBezTo>
                  <a:cubicBezTo>
                    <a:pt x="2041" y="3809"/>
                    <a:pt x="2091" y="3802"/>
                    <a:pt x="2144" y="3787"/>
                  </a:cubicBezTo>
                  <a:lnTo>
                    <a:pt x="2168" y="3787"/>
                  </a:lnTo>
                  <a:lnTo>
                    <a:pt x="2168" y="4168"/>
                  </a:lnTo>
                  <a:cubicBezTo>
                    <a:pt x="2168" y="4239"/>
                    <a:pt x="2120" y="4311"/>
                    <a:pt x="2073" y="4335"/>
                  </a:cubicBezTo>
                  <a:lnTo>
                    <a:pt x="906" y="5049"/>
                  </a:lnTo>
                  <a:cubicBezTo>
                    <a:pt x="881" y="5061"/>
                    <a:pt x="853" y="5067"/>
                    <a:pt x="825" y="5067"/>
                  </a:cubicBezTo>
                  <a:cubicBezTo>
                    <a:pt x="745" y="5067"/>
                    <a:pt x="661" y="5018"/>
                    <a:pt x="644" y="4930"/>
                  </a:cubicBezTo>
                  <a:lnTo>
                    <a:pt x="644" y="4906"/>
                  </a:lnTo>
                  <a:cubicBezTo>
                    <a:pt x="334" y="3763"/>
                    <a:pt x="715" y="2572"/>
                    <a:pt x="1620" y="1810"/>
                  </a:cubicBezTo>
                  <a:lnTo>
                    <a:pt x="1858" y="1620"/>
                  </a:lnTo>
                  <a:cubicBezTo>
                    <a:pt x="1895" y="1591"/>
                    <a:pt x="1936" y="1577"/>
                    <a:pt x="1975" y="1577"/>
                  </a:cubicBezTo>
                  <a:close/>
                  <a:moveTo>
                    <a:pt x="2978" y="0"/>
                  </a:moveTo>
                  <a:cubicBezTo>
                    <a:pt x="2882" y="0"/>
                    <a:pt x="2811" y="48"/>
                    <a:pt x="2811" y="143"/>
                  </a:cubicBezTo>
                  <a:lnTo>
                    <a:pt x="2811" y="2406"/>
                  </a:lnTo>
                  <a:cubicBezTo>
                    <a:pt x="2811" y="2525"/>
                    <a:pt x="2739" y="2620"/>
                    <a:pt x="2644" y="2644"/>
                  </a:cubicBezTo>
                  <a:lnTo>
                    <a:pt x="2454" y="2715"/>
                  </a:lnTo>
                  <a:lnTo>
                    <a:pt x="2454" y="1763"/>
                  </a:lnTo>
                  <a:cubicBezTo>
                    <a:pt x="2454" y="1763"/>
                    <a:pt x="2125" y="1319"/>
                    <a:pt x="1836" y="1319"/>
                  </a:cubicBezTo>
                  <a:cubicBezTo>
                    <a:pt x="1777" y="1319"/>
                    <a:pt x="1720" y="1337"/>
                    <a:pt x="1668" y="1382"/>
                  </a:cubicBezTo>
                  <a:lnTo>
                    <a:pt x="1430" y="1572"/>
                  </a:lnTo>
                  <a:cubicBezTo>
                    <a:pt x="429" y="2406"/>
                    <a:pt x="1" y="3763"/>
                    <a:pt x="334" y="5001"/>
                  </a:cubicBezTo>
                  <a:cubicBezTo>
                    <a:pt x="402" y="5240"/>
                    <a:pt x="604" y="5381"/>
                    <a:pt x="819" y="5381"/>
                  </a:cubicBezTo>
                  <a:cubicBezTo>
                    <a:pt x="904" y="5381"/>
                    <a:pt x="991" y="5359"/>
                    <a:pt x="1072" y="5311"/>
                  </a:cubicBezTo>
                  <a:lnTo>
                    <a:pt x="2239" y="4597"/>
                  </a:lnTo>
                  <a:cubicBezTo>
                    <a:pt x="2382" y="4525"/>
                    <a:pt x="2477" y="4168"/>
                    <a:pt x="2477" y="4168"/>
                  </a:cubicBezTo>
                  <a:lnTo>
                    <a:pt x="2477" y="3692"/>
                  </a:lnTo>
                  <a:lnTo>
                    <a:pt x="3120" y="3477"/>
                  </a:lnTo>
                  <a:cubicBezTo>
                    <a:pt x="3180" y="3465"/>
                    <a:pt x="3240" y="3459"/>
                    <a:pt x="3299" y="3459"/>
                  </a:cubicBezTo>
                  <a:cubicBezTo>
                    <a:pt x="3359" y="3459"/>
                    <a:pt x="3418" y="3465"/>
                    <a:pt x="3478" y="3477"/>
                  </a:cubicBezTo>
                  <a:lnTo>
                    <a:pt x="4121" y="3692"/>
                  </a:lnTo>
                  <a:lnTo>
                    <a:pt x="4121" y="4192"/>
                  </a:lnTo>
                  <a:cubicBezTo>
                    <a:pt x="4121" y="4358"/>
                    <a:pt x="4192" y="4525"/>
                    <a:pt x="4359" y="4620"/>
                  </a:cubicBezTo>
                  <a:lnTo>
                    <a:pt x="5526" y="5311"/>
                  </a:lnTo>
                  <a:cubicBezTo>
                    <a:pt x="5608" y="5366"/>
                    <a:pt x="5699" y="5391"/>
                    <a:pt x="5788" y="5391"/>
                  </a:cubicBezTo>
                  <a:cubicBezTo>
                    <a:pt x="6006" y="5391"/>
                    <a:pt x="6213" y="5239"/>
                    <a:pt x="6264" y="5001"/>
                  </a:cubicBezTo>
                  <a:cubicBezTo>
                    <a:pt x="6383" y="4525"/>
                    <a:pt x="6407" y="4025"/>
                    <a:pt x="6312" y="3549"/>
                  </a:cubicBezTo>
                  <a:cubicBezTo>
                    <a:pt x="6292" y="3470"/>
                    <a:pt x="6223" y="3424"/>
                    <a:pt x="6160" y="3424"/>
                  </a:cubicBezTo>
                  <a:cubicBezTo>
                    <a:pt x="6146" y="3424"/>
                    <a:pt x="6133" y="3426"/>
                    <a:pt x="6121" y="3430"/>
                  </a:cubicBezTo>
                  <a:cubicBezTo>
                    <a:pt x="6026" y="3430"/>
                    <a:pt x="5978" y="3525"/>
                    <a:pt x="6002" y="3596"/>
                  </a:cubicBezTo>
                  <a:cubicBezTo>
                    <a:pt x="6073" y="4049"/>
                    <a:pt x="6050" y="4478"/>
                    <a:pt x="5954" y="4930"/>
                  </a:cubicBezTo>
                  <a:lnTo>
                    <a:pt x="5954" y="4954"/>
                  </a:lnTo>
                  <a:cubicBezTo>
                    <a:pt x="5922" y="5035"/>
                    <a:pt x="5846" y="5083"/>
                    <a:pt x="5770" y="5083"/>
                  </a:cubicBezTo>
                  <a:cubicBezTo>
                    <a:pt x="5735" y="5083"/>
                    <a:pt x="5699" y="5072"/>
                    <a:pt x="5669" y="5049"/>
                  </a:cubicBezTo>
                  <a:lnTo>
                    <a:pt x="4502" y="4358"/>
                  </a:lnTo>
                  <a:cubicBezTo>
                    <a:pt x="4454" y="4311"/>
                    <a:pt x="4430" y="4263"/>
                    <a:pt x="4430" y="4192"/>
                  </a:cubicBezTo>
                  <a:lnTo>
                    <a:pt x="4430" y="3811"/>
                  </a:lnTo>
                  <a:cubicBezTo>
                    <a:pt x="4488" y="3829"/>
                    <a:pt x="4542" y="3838"/>
                    <a:pt x="4594" y="3838"/>
                  </a:cubicBezTo>
                  <a:cubicBezTo>
                    <a:pt x="5073" y="3838"/>
                    <a:pt x="5256" y="3102"/>
                    <a:pt x="4740" y="2930"/>
                  </a:cubicBezTo>
                  <a:lnTo>
                    <a:pt x="4430" y="2834"/>
                  </a:lnTo>
                  <a:lnTo>
                    <a:pt x="4430" y="1763"/>
                  </a:lnTo>
                  <a:cubicBezTo>
                    <a:pt x="4430" y="1647"/>
                    <a:pt x="4511" y="1577"/>
                    <a:pt x="4600" y="1577"/>
                  </a:cubicBezTo>
                  <a:cubicBezTo>
                    <a:pt x="4639" y="1577"/>
                    <a:pt x="4680" y="1591"/>
                    <a:pt x="4716" y="1620"/>
                  </a:cubicBezTo>
                  <a:cubicBezTo>
                    <a:pt x="5192" y="1953"/>
                    <a:pt x="5550" y="2430"/>
                    <a:pt x="5788" y="2953"/>
                  </a:cubicBezTo>
                  <a:cubicBezTo>
                    <a:pt x="5822" y="3021"/>
                    <a:pt x="5880" y="3050"/>
                    <a:pt x="5937" y="3050"/>
                  </a:cubicBezTo>
                  <a:cubicBezTo>
                    <a:pt x="6041" y="3050"/>
                    <a:pt x="6143" y="2957"/>
                    <a:pt x="6097" y="2834"/>
                  </a:cubicBezTo>
                  <a:cubicBezTo>
                    <a:pt x="5835" y="2239"/>
                    <a:pt x="5430" y="1763"/>
                    <a:pt x="4930" y="1382"/>
                  </a:cubicBezTo>
                  <a:cubicBezTo>
                    <a:pt x="4830" y="1295"/>
                    <a:pt x="4716" y="1257"/>
                    <a:pt x="4607" y="1257"/>
                  </a:cubicBezTo>
                  <a:cubicBezTo>
                    <a:pt x="4353" y="1257"/>
                    <a:pt x="4121" y="1463"/>
                    <a:pt x="4121" y="1763"/>
                  </a:cubicBezTo>
                  <a:lnTo>
                    <a:pt x="4121" y="2715"/>
                  </a:lnTo>
                  <a:lnTo>
                    <a:pt x="3954" y="2668"/>
                  </a:lnTo>
                  <a:cubicBezTo>
                    <a:pt x="3859" y="2620"/>
                    <a:pt x="3787" y="2525"/>
                    <a:pt x="3787" y="2406"/>
                  </a:cubicBezTo>
                  <a:lnTo>
                    <a:pt x="3787" y="143"/>
                  </a:lnTo>
                  <a:cubicBezTo>
                    <a:pt x="3787" y="48"/>
                    <a:pt x="3716" y="0"/>
                    <a:pt x="3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45"/>
            <p:cNvSpPr/>
            <p:nvPr/>
          </p:nvSpPr>
          <p:spPr>
            <a:xfrm>
              <a:off x="7947611" y="1611575"/>
              <a:ext cx="27196" cy="10442"/>
            </a:xfrm>
            <a:custGeom>
              <a:rect b="b" l="l" r="r" t="t"/>
              <a:pathLst>
                <a:path extrusionOk="0" h="311" w="810">
                  <a:moveTo>
                    <a:pt x="167" y="0"/>
                  </a:moveTo>
                  <a:cubicBezTo>
                    <a:pt x="95" y="0"/>
                    <a:pt x="24" y="48"/>
                    <a:pt x="0" y="143"/>
                  </a:cubicBezTo>
                  <a:cubicBezTo>
                    <a:pt x="0" y="215"/>
                    <a:pt x="72" y="310"/>
                    <a:pt x="143" y="310"/>
                  </a:cubicBezTo>
                  <a:lnTo>
                    <a:pt x="643" y="310"/>
                  </a:lnTo>
                  <a:cubicBezTo>
                    <a:pt x="715" y="310"/>
                    <a:pt x="786" y="239"/>
                    <a:pt x="810" y="167"/>
                  </a:cubicBezTo>
                  <a:cubicBezTo>
                    <a:pt x="810" y="72"/>
                    <a:pt x="738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45"/>
            <p:cNvSpPr/>
            <p:nvPr/>
          </p:nvSpPr>
          <p:spPr>
            <a:xfrm>
              <a:off x="7947611" y="1633969"/>
              <a:ext cx="37604" cy="11214"/>
            </a:xfrm>
            <a:custGeom>
              <a:rect b="b" l="l" r="r" t="t"/>
              <a:pathLst>
                <a:path extrusionOk="0" h="334" w="1120">
                  <a:moveTo>
                    <a:pt x="167" y="0"/>
                  </a:moveTo>
                  <a:cubicBezTo>
                    <a:pt x="95" y="0"/>
                    <a:pt x="24" y="72"/>
                    <a:pt x="0" y="143"/>
                  </a:cubicBezTo>
                  <a:cubicBezTo>
                    <a:pt x="0" y="238"/>
                    <a:pt x="72" y="310"/>
                    <a:pt x="143" y="334"/>
                  </a:cubicBezTo>
                  <a:lnTo>
                    <a:pt x="953" y="334"/>
                  </a:lnTo>
                  <a:cubicBezTo>
                    <a:pt x="1024" y="334"/>
                    <a:pt x="1096" y="262"/>
                    <a:pt x="1096" y="191"/>
                  </a:cubicBezTo>
                  <a:cubicBezTo>
                    <a:pt x="1119" y="96"/>
                    <a:pt x="1048" y="0"/>
                    <a:pt x="9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5"/>
            <p:cNvSpPr/>
            <p:nvPr/>
          </p:nvSpPr>
          <p:spPr>
            <a:xfrm>
              <a:off x="8185859" y="1615570"/>
              <a:ext cx="22428" cy="10442"/>
            </a:xfrm>
            <a:custGeom>
              <a:rect b="b" l="l" r="r" t="t"/>
              <a:pathLst>
                <a:path extrusionOk="0" h="311" w="668">
                  <a:moveTo>
                    <a:pt x="191" y="1"/>
                  </a:moveTo>
                  <a:cubicBezTo>
                    <a:pt x="96" y="1"/>
                    <a:pt x="25" y="48"/>
                    <a:pt x="25" y="143"/>
                  </a:cubicBezTo>
                  <a:cubicBezTo>
                    <a:pt x="1" y="239"/>
                    <a:pt x="96" y="310"/>
                    <a:pt x="191" y="310"/>
                  </a:cubicBezTo>
                  <a:lnTo>
                    <a:pt x="501" y="310"/>
                  </a:lnTo>
                  <a:cubicBezTo>
                    <a:pt x="572" y="310"/>
                    <a:pt x="644" y="262"/>
                    <a:pt x="668" y="167"/>
                  </a:cubicBezTo>
                  <a:cubicBezTo>
                    <a:pt x="668" y="72"/>
                    <a:pt x="596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5"/>
            <p:cNvSpPr/>
            <p:nvPr/>
          </p:nvSpPr>
          <p:spPr>
            <a:xfrm>
              <a:off x="8185859" y="1637159"/>
              <a:ext cx="33642" cy="10442"/>
            </a:xfrm>
            <a:custGeom>
              <a:rect b="b" l="l" r="r" t="t"/>
              <a:pathLst>
                <a:path extrusionOk="0" h="311" w="1002">
                  <a:moveTo>
                    <a:pt x="191" y="1"/>
                  </a:moveTo>
                  <a:cubicBezTo>
                    <a:pt x="96" y="1"/>
                    <a:pt x="1" y="96"/>
                    <a:pt x="25" y="191"/>
                  </a:cubicBezTo>
                  <a:cubicBezTo>
                    <a:pt x="25" y="262"/>
                    <a:pt x="96" y="310"/>
                    <a:pt x="191" y="310"/>
                  </a:cubicBezTo>
                  <a:lnTo>
                    <a:pt x="834" y="310"/>
                  </a:lnTo>
                  <a:cubicBezTo>
                    <a:pt x="906" y="310"/>
                    <a:pt x="977" y="262"/>
                    <a:pt x="977" y="191"/>
                  </a:cubicBezTo>
                  <a:cubicBezTo>
                    <a:pt x="1001" y="96"/>
                    <a:pt x="930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5"/>
            <p:cNvSpPr/>
            <p:nvPr/>
          </p:nvSpPr>
          <p:spPr>
            <a:xfrm>
              <a:off x="8186295" y="1687287"/>
              <a:ext cx="21992" cy="10945"/>
            </a:xfrm>
            <a:custGeom>
              <a:rect b="b" l="l" r="r" t="t"/>
              <a:pathLst>
                <a:path extrusionOk="0" h="326" w="655">
                  <a:moveTo>
                    <a:pt x="139" y="0"/>
                  </a:moveTo>
                  <a:cubicBezTo>
                    <a:pt x="1" y="0"/>
                    <a:pt x="1" y="325"/>
                    <a:pt x="139" y="325"/>
                  </a:cubicBezTo>
                  <a:cubicBezTo>
                    <a:pt x="151" y="325"/>
                    <a:pt x="164" y="323"/>
                    <a:pt x="178" y="317"/>
                  </a:cubicBezTo>
                  <a:lnTo>
                    <a:pt x="488" y="317"/>
                  </a:lnTo>
                  <a:cubicBezTo>
                    <a:pt x="559" y="317"/>
                    <a:pt x="631" y="270"/>
                    <a:pt x="655" y="198"/>
                  </a:cubicBezTo>
                  <a:cubicBezTo>
                    <a:pt x="655" y="103"/>
                    <a:pt x="583" y="8"/>
                    <a:pt x="488" y="8"/>
                  </a:cubicBezTo>
                  <a:lnTo>
                    <a:pt x="178" y="8"/>
                  </a:lnTo>
                  <a:cubicBezTo>
                    <a:pt x="164" y="3"/>
                    <a:pt x="151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5"/>
            <p:cNvSpPr/>
            <p:nvPr/>
          </p:nvSpPr>
          <p:spPr>
            <a:xfrm>
              <a:off x="8185859" y="1709110"/>
              <a:ext cx="33642" cy="11248"/>
            </a:xfrm>
            <a:custGeom>
              <a:rect b="b" l="l" r="r" t="t"/>
              <a:pathLst>
                <a:path extrusionOk="0" h="335" w="1002">
                  <a:moveTo>
                    <a:pt x="191" y="1"/>
                  </a:moveTo>
                  <a:cubicBezTo>
                    <a:pt x="96" y="1"/>
                    <a:pt x="1" y="96"/>
                    <a:pt x="25" y="191"/>
                  </a:cubicBezTo>
                  <a:cubicBezTo>
                    <a:pt x="25" y="263"/>
                    <a:pt x="96" y="334"/>
                    <a:pt x="191" y="334"/>
                  </a:cubicBezTo>
                  <a:lnTo>
                    <a:pt x="834" y="334"/>
                  </a:lnTo>
                  <a:cubicBezTo>
                    <a:pt x="906" y="334"/>
                    <a:pt x="977" y="263"/>
                    <a:pt x="977" y="191"/>
                  </a:cubicBezTo>
                  <a:cubicBezTo>
                    <a:pt x="1001" y="96"/>
                    <a:pt x="930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5"/>
            <p:cNvSpPr/>
            <p:nvPr/>
          </p:nvSpPr>
          <p:spPr>
            <a:xfrm>
              <a:off x="8185859" y="1760279"/>
              <a:ext cx="22428" cy="10442"/>
            </a:xfrm>
            <a:custGeom>
              <a:rect b="b" l="l" r="r" t="t"/>
              <a:pathLst>
                <a:path extrusionOk="0" h="311" w="668">
                  <a:moveTo>
                    <a:pt x="191" y="1"/>
                  </a:moveTo>
                  <a:cubicBezTo>
                    <a:pt x="96" y="1"/>
                    <a:pt x="25" y="72"/>
                    <a:pt x="25" y="144"/>
                  </a:cubicBezTo>
                  <a:cubicBezTo>
                    <a:pt x="1" y="239"/>
                    <a:pt x="96" y="310"/>
                    <a:pt x="191" y="310"/>
                  </a:cubicBezTo>
                  <a:lnTo>
                    <a:pt x="501" y="310"/>
                  </a:lnTo>
                  <a:cubicBezTo>
                    <a:pt x="572" y="310"/>
                    <a:pt x="644" y="263"/>
                    <a:pt x="668" y="191"/>
                  </a:cubicBezTo>
                  <a:cubicBezTo>
                    <a:pt x="668" y="96"/>
                    <a:pt x="596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5"/>
            <p:cNvSpPr/>
            <p:nvPr/>
          </p:nvSpPr>
          <p:spPr>
            <a:xfrm>
              <a:off x="8185859" y="1781867"/>
              <a:ext cx="33642" cy="11248"/>
            </a:xfrm>
            <a:custGeom>
              <a:rect b="b" l="l" r="r" t="t"/>
              <a:pathLst>
                <a:path extrusionOk="0" h="335" w="1002">
                  <a:moveTo>
                    <a:pt x="191" y="1"/>
                  </a:moveTo>
                  <a:cubicBezTo>
                    <a:pt x="96" y="1"/>
                    <a:pt x="25" y="72"/>
                    <a:pt x="25" y="144"/>
                  </a:cubicBezTo>
                  <a:cubicBezTo>
                    <a:pt x="1" y="239"/>
                    <a:pt x="96" y="334"/>
                    <a:pt x="191" y="334"/>
                  </a:cubicBezTo>
                  <a:lnTo>
                    <a:pt x="834" y="334"/>
                  </a:lnTo>
                  <a:cubicBezTo>
                    <a:pt x="906" y="334"/>
                    <a:pt x="977" y="263"/>
                    <a:pt x="977" y="191"/>
                  </a:cubicBezTo>
                  <a:cubicBezTo>
                    <a:pt x="1001" y="96"/>
                    <a:pt x="930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45"/>
          <p:cNvGrpSpPr/>
          <p:nvPr/>
        </p:nvGrpSpPr>
        <p:grpSpPr>
          <a:xfrm>
            <a:off x="3777978" y="2777476"/>
            <a:ext cx="359051" cy="336690"/>
            <a:chOff x="1687753" y="1568364"/>
            <a:chExt cx="359051" cy="336690"/>
          </a:xfrm>
        </p:grpSpPr>
        <p:sp>
          <p:nvSpPr>
            <p:cNvPr id="1004" name="Google Shape;1004;p45"/>
            <p:cNvSpPr/>
            <p:nvPr/>
          </p:nvSpPr>
          <p:spPr>
            <a:xfrm>
              <a:off x="1688559" y="1699105"/>
              <a:ext cx="228713" cy="205949"/>
            </a:xfrm>
            <a:custGeom>
              <a:rect b="b" l="l" r="r" t="t"/>
              <a:pathLst>
                <a:path extrusionOk="0" h="6134" w="6812">
                  <a:moveTo>
                    <a:pt x="1929" y="5490"/>
                  </a:moveTo>
                  <a:lnTo>
                    <a:pt x="1929" y="5824"/>
                  </a:lnTo>
                  <a:lnTo>
                    <a:pt x="953" y="5824"/>
                  </a:lnTo>
                  <a:lnTo>
                    <a:pt x="953" y="5490"/>
                  </a:lnTo>
                  <a:close/>
                  <a:moveTo>
                    <a:pt x="146" y="1"/>
                  </a:moveTo>
                  <a:cubicBezTo>
                    <a:pt x="71" y="1"/>
                    <a:pt x="0" y="63"/>
                    <a:pt x="0" y="156"/>
                  </a:cubicBezTo>
                  <a:lnTo>
                    <a:pt x="0" y="5324"/>
                  </a:lnTo>
                  <a:cubicBezTo>
                    <a:pt x="0" y="5395"/>
                    <a:pt x="72" y="5490"/>
                    <a:pt x="167" y="5490"/>
                  </a:cubicBezTo>
                  <a:lnTo>
                    <a:pt x="643" y="5490"/>
                  </a:lnTo>
                  <a:lnTo>
                    <a:pt x="643" y="5967"/>
                  </a:lnTo>
                  <a:cubicBezTo>
                    <a:pt x="643" y="6062"/>
                    <a:pt x="715" y="6133"/>
                    <a:pt x="786" y="6133"/>
                  </a:cubicBezTo>
                  <a:lnTo>
                    <a:pt x="2096" y="6133"/>
                  </a:lnTo>
                  <a:cubicBezTo>
                    <a:pt x="2167" y="6133"/>
                    <a:pt x="2239" y="6062"/>
                    <a:pt x="2239" y="5967"/>
                  </a:cubicBezTo>
                  <a:lnTo>
                    <a:pt x="2239" y="5490"/>
                  </a:lnTo>
                  <a:lnTo>
                    <a:pt x="6621" y="5490"/>
                  </a:lnTo>
                  <a:cubicBezTo>
                    <a:pt x="6645" y="5467"/>
                    <a:pt x="6668" y="5467"/>
                    <a:pt x="6692" y="5443"/>
                  </a:cubicBezTo>
                  <a:cubicBezTo>
                    <a:pt x="6811" y="5347"/>
                    <a:pt x="6740" y="5157"/>
                    <a:pt x="6597" y="5157"/>
                  </a:cubicBezTo>
                  <a:lnTo>
                    <a:pt x="310" y="5157"/>
                  </a:lnTo>
                  <a:lnTo>
                    <a:pt x="310" y="132"/>
                  </a:lnTo>
                  <a:cubicBezTo>
                    <a:pt x="310" y="84"/>
                    <a:pt x="286" y="61"/>
                    <a:pt x="262" y="61"/>
                  </a:cubicBezTo>
                  <a:cubicBezTo>
                    <a:pt x="229" y="19"/>
                    <a:pt x="187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5"/>
            <p:cNvSpPr/>
            <p:nvPr/>
          </p:nvSpPr>
          <p:spPr>
            <a:xfrm>
              <a:off x="1687753" y="1568364"/>
              <a:ext cx="359051" cy="336690"/>
            </a:xfrm>
            <a:custGeom>
              <a:rect b="b" l="l" r="r" t="t"/>
              <a:pathLst>
                <a:path extrusionOk="0" h="10028" w="10694">
                  <a:moveTo>
                    <a:pt x="8074" y="311"/>
                  </a:moveTo>
                  <a:cubicBezTo>
                    <a:pt x="8264" y="311"/>
                    <a:pt x="8431" y="454"/>
                    <a:pt x="8431" y="668"/>
                  </a:cubicBezTo>
                  <a:lnTo>
                    <a:pt x="8431" y="1287"/>
                  </a:lnTo>
                  <a:lnTo>
                    <a:pt x="8097" y="1287"/>
                  </a:lnTo>
                  <a:lnTo>
                    <a:pt x="8097" y="787"/>
                  </a:lnTo>
                  <a:cubicBezTo>
                    <a:pt x="8097" y="692"/>
                    <a:pt x="8026" y="621"/>
                    <a:pt x="7931" y="621"/>
                  </a:cubicBezTo>
                  <a:lnTo>
                    <a:pt x="6931" y="621"/>
                  </a:lnTo>
                  <a:cubicBezTo>
                    <a:pt x="6883" y="621"/>
                    <a:pt x="6859" y="644"/>
                    <a:pt x="6835" y="668"/>
                  </a:cubicBezTo>
                  <a:cubicBezTo>
                    <a:pt x="6740" y="764"/>
                    <a:pt x="6811" y="930"/>
                    <a:pt x="6954" y="930"/>
                  </a:cubicBezTo>
                  <a:lnTo>
                    <a:pt x="7788" y="930"/>
                  </a:lnTo>
                  <a:lnTo>
                    <a:pt x="7788" y="1264"/>
                  </a:lnTo>
                  <a:lnTo>
                    <a:pt x="2906" y="1264"/>
                  </a:lnTo>
                  <a:lnTo>
                    <a:pt x="2906" y="930"/>
                  </a:lnTo>
                  <a:lnTo>
                    <a:pt x="6264" y="930"/>
                  </a:lnTo>
                  <a:cubicBezTo>
                    <a:pt x="6335" y="930"/>
                    <a:pt x="6407" y="883"/>
                    <a:pt x="6430" y="811"/>
                  </a:cubicBezTo>
                  <a:cubicBezTo>
                    <a:pt x="6430" y="716"/>
                    <a:pt x="6359" y="621"/>
                    <a:pt x="6264" y="621"/>
                  </a:cubicBezTo>
                  <a:lnTo>
                    <a:pt x="2834" y="621"/>
                  </a:lnTo>
                  <a:cubicBezTo>
                    <a:pt x="2715" y="621"/>
                    <a:pt x="2596" y="740"/>
                    <a:pt x="2596" y="859"/>
                  </a:cubicBezTo>
                  <a:lnTo>
                    <a:pt x="2596" y="1264"/>
                  </a:lnTo>
                  <a:lnTo>
                    <a:pt x="2263" y="1264"/>
                  </a:lnTo>
                  <a:lnTo>
                    <a:pt x="2263" y="668"/>
                  </a:lnTo>
                  <a:cubicBezTo>
                    <a:pt x="2263" y="454"/>
                    <a:pt x="2430" y="311"/>
                    <a:pt x="2644" y="311"/>
                  </a:cubicBezTo>
                  <a:close/>
                  <a:moveTo>
                    <a:pt x="9741" y="9384"/>
                  </a:moveTo>
                  <a:lnTo>
                    <a:pt x="9741" y="9718"/>
                  </a:lnTo>
                  <a:lnTo>
                    <a:pt x="8740" y="9718"/>
                  </a:lnTo>
                  <a:lnTo>
                    <a:pt x="8740" y="9384"/>
                  </a:lnTo>
                  <a:close/>
                  <a:moveTo>
                    <a:pt x="2603" y="0"/>
                  </a:moveTo>
                  <a:cubicBezTo>
                    <a:pt x="2241" y="0"/>
                    <a:pt x="1953" y="301"/>
                    <a:pt x="1953" y="668"/>
                  </a:cubicBezTo>
                  <a:lnTo>
                    <a:pt x="1953" y="1287"/>
                  </a:lnTo>
                  <a:lnTo>
                    <a:pt x="167" y="1287"/>
                  </a:lnTo>
                  <a:cubicBezTo>
                    <a:pt x="72" y="1287"/>
                    <a:pt x="1" y="1359"/>
                    <a:pt x="1" y="1454"/>
                  </a:cubicBezTo>
                  <a:lnTo>
                    <a:pt x="1" y="3407"/>
                  </a:lnTo>
                  <a:cubicBezTo>
                    <a:pt x="1" y="3431"/>
                    <a:pt x="24" y="3455"/>
                    <a:pt x="24" y="3478"/>
                  </a:cubicBezTo>
                  <a:cubicBezTo>
                    <a:pt x="57" y="3527"/>
                    <a:pt x="103" y="3548"/>
                    <a:pt x="150" y="3548"/>
                  </a:cubicBezTo>
                  <a:cubicBezTo>
                    <a:pt x="241" y="3548"/>
                    <a:pt x="334" y="3469"/>
                    <a:pt x="334" y="3359"/>
                  </a:cubicBezTo>
                  <a:lnTo>
                    <a:pt x="334" y="1597"/>
                  </a:lnTo>
                  <a:lnTo>
                    <a:pt x="10384" y="1597"/>
                  </a:lnTo>
                  <a:lnTo>
                    <a:pt x="10384" y="9051"/>
                  </a:lnTo>
                  <a:lnTo>
                    <a:pt x="7288" y="9051"/>
                  </a:lnTo>
                  <a:cubicBezTo>
                    <a:pt x="7216" y="9051"/>
                    <a:pt x="7145" y="9122"/>
                    <a:pt x="7121" y="9194"/>
                  </a:cubicBezTo>
                  <a:cubicBezTo>
                    <a:pt x="7121" y="9289"/>
                    <a:pt x="7192" y="9384"/>
                    <a:pt x="7288" y="9384"/>
                  </a:cubicBezTo>
                  <a:lnTo>
                    <a:pt x="8431" y="9384"/>
                  </a:lnTo>
                  <a:lnTo>
                    <a:pt x="8431" y="9861"/>
                  </a:lnTo>
                  <a:cubicBezTo>
                    <a:pt x="8431" y="9956"/>
                    <a:pt x="8502" y="10027"/>
                    <a:pt x="8598" y="10027"/>
                  </a:cubicBezTo>
                  <a:lnTo>
                    <a:pt x="9884" y="10027"/>
                  </a:lnTo>
                  <a:cubicBezTo>
                    <a:pt x="9955" y="10027"/>
                    <a:pt x="10026" y="9956"/>
                    <a:pt x="10026" y="9861"/>
                  </a:cubicBezTo>
                  <a:lnTo>
                    <a:pt x="10026" y="9384"/>
                  </a:lnTo>
                  <a:lnTo>
                    <a:pt x="10479" y="9384"/>
                  </a:lnTo>
                  <a:cubicBezTo>
                    <a:pt x="10598" y="9361"/>
                    <a:pt x="10669" y="9289"/>
                    <a:pt x="10693" y="9170"/>
                  </a:cubicBezTo>
                  <a:lnTo>
                    <a:pt x="10693" y="1359"/>
                  </a:lnTo>
                  <a:cubicBezTo>
                    <a:pt x="10675" y="1285"/>
                    <a:pt x="10612" y="1225"/>
                    <a:pt x="10541" y="1225"/>
                  </a:cubicBezTo>
                  <a:cubicBezTo>
                    <a:pt x="10521" y="1225"/>
                    <a:pt x="10500" y="1229"/>
                    <a:pt x="10479" y="1240"/>
                  </a:cubicBezTo>
                  <a:lnTo>
                    <a:pt x="10384" y="1287"/>
                  </a:lnTo>
                  <a:lnTo>
                    <a:pt x="8740" y="1287"/>
                  </a:lnTo>
                  <a:lnTo>
                    <a:pt x="8740" y="668"/>
                  </a:lnTo>
                  <a:cubicBezTo>
                    <a:pt x="8740" y="287"/>
                    <a:pt x="8455" y="1"/>
                    <a:pt x="8074" y="1"/>
                  </a:cubicBezTo>
                  <a:lnTo>
                    <a:pt x="2644" y="1"/>
                  </a:lnTo>
                  <a:cubicBezTo>
                    <a:pt x="2630" y="1"/>
                    <a:pt x="2616" y="0"/>
                    <a:pt x="26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5"/>
            <p:cNvSpPr/>
            <p:nvPr/>
          </p:nvSpPr>
          <p:spPr>
            <a:xfrm>
              <a:off x="1710148" y="1633164"/>
              <a:ext cx="271085" cy="227907"/>
            </a:xfrm>
            <a:custGeom>
              <a:rect b="b" l="l" r="r" t="t"/>
              <a:pathLst>
                <a:path extrusionOk="0" h="6788" w="8074">
                  <a:moveTo>
                    <a:pt x="7764" y="310"/>
                  </a:moveTo>
                  <a:lnTo>
                    <a:pt x="7764" y="3239"/>
                  </a:lnTo>
                  <a:lnTo>
                    <a:pt x="5501" y="3239"/>
                  </a:lnTo>
                  <a:lnTo>
                    <a:pt x="5501" y="310"/>
                  </a:lnTo>
                  <a:close/>
                  <a:moveTo>
                    <a:pt x="5168" y="310"/>
                  </a:moveTo>
                  <a:lnTo>
                    <a:pt x="5168" y="6478"/>
                  </a:lnTo>
                  <a:lnTo>
                    <a:pt x="310" y="6478"/>
                  </a:lnTo>
                  <a:lnTo>
                    <a:pt x="310" y="310"/>
                  </a:lnTo>
                  <a:close/>
                  <a:moveTo>
                    <a:pt x="7764" y="3573"/>
                  </a:moveTo>
                  <a:lnTo>
                    <a:pt x="7764" y="6478"/>
                  </a:lnTo>
                  <a:lnTo>
                    <a:pt x="5501" y="6478"/>
                  </a:lnTo>
                  <a:lnTo>
                    <a:pt x="5501" y="3573"/>
                  </a:lnTo>
                  <a:close/>
                  <a:moveTo>
                    <a:pt x="215" y="0"/>
                  </a:moveTo>
                  <a:cubicBezTo>
                    <a:pt x="96" y="0"/>
                    <a:pt x="0" y="96"/>
                    <a:pt x="0" y="215"/>
                  </a:cubicBezTo>
                  <a:lnTo>
                    <a:pt x="0" y="6573"/>
                  </a:lnTo>
                  <a:cubicBezTo>
                    <a:pt x="0" y="6692"/>
                    <a:pt x="96" y="6788"/>
                    <a:pt x="215" y="6788"/>
                  </a:cubicBezTo>
                  <a:lnTo>
                    <a:pt x="7859" y="6788"/>
                  </a:lnTo>
                  <a:cubicBezTo>
                    <a:pt x="7978" y="6788"/>
                    <a:pt x="8073" y="6692"/>
                    <a:pt x="8073" y="6573"/>
                  </a:cubicBezTo>
                  <a:lnTo>
                    <a:pt x="8073" y="215"/>
                  </a:lnTo>
                  <a:cubicBezTo>
                    <a:pt x="8073" y="96"/>
                    <a:pt x="7978" y="0"/>
                    <a:pt x="78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5"/>
            <p:cNvSpPr/>
            <p:nvPr/>
          </p:nvSpPr>
          <p:spPr>
            <a:xfrm>
              <a:off x="1900015" y="1668048"/>
              <a:ext cx="65236" cy="48516"/>
            </a:xfrm>
            <a:custGeom>
              <a:rect b="b" l="l" r="r" t="t"/>
              <a:pathLst>
                <a:path extrusionOk="0" h="1445" w="1943">
                  <a:moveTo>
                    <a:pt x="655" y="317"/>
                  </a:moveTo>
                  <a:cubicBezTo>
                    <a:pt x="663" y="317"/>
                    <a:pt x="671" y="318"/>
                    <a:pt x="680" y="319"/>
                  </a:cubicBezTo>
                  <a:lnTo>
                    <a:pt x="656" y="319"/>
                  </a:lnTo>
                  <a:cubicBezTo>
                    <a:pt x="728" y="319"/>
                    <a:pt x="799" y="366"/>
                    <a:pt x="823" y="438"/>
                  </a:cubicBezTo>
                  <a:cubicBezTo>
                    <a:pt x="847" y="509"/>
                    <a:pt x="912" y="545"/>
                    <a:pt x="978" y="545"/>
                  </a:cubicBezTo>
                  <a:cubicBezTo>
                    <a:pt x="1043" y="545"/>
                    <a:pt x="1109" y="509"/>
                    <a:pt x="1132" y="438"/>
                  </a:cubicBezTo>
                  <a:cubicBezTo>
                    <a:pt x="1156" y="366"/>
                    <a:pt x="1228" y="319"/>
                    <a:pt x="1299" y="319"/>
                  </a:cubicBezTo>
                  <a:cubicBezTo>
                    <a:pt x="1442" y="319"/>
                    <a:pt x="1513" y="486"/>
                    <a:pt x="1418" y="605"/>
                  </a:cubicBezTo>
                  <a:lnTo>
                    <a:pt x="966" y="1057"/>
                  </a:lnTo>
                  <a:lnTo>
                    <a:pt x="537" y="628"/>
                  </a:lnTo>
                  <a:cubicBezTo>
                    <a:pt x="424" y="516"/>
                    <a:pt x="504" y="317"/>
                    <a:pt x="655" y="317"/>
                  </a:cubicBezTo>
                  <a:close/>
                  <a:moveTo>
                    <a:pt x="694" y="1"/>
                  </a:moveTo>
                  <a:cubicBezTo>
                    <a:pt x="313" y="1"/>
                    <a:pt x="0" y="482"/>
                    <a:pt x="323" y="843"/>
                  </a:cubicBezTo>
                  <a:lnTo>
                    <a:pt x="870" y="1390"/>
                  </a:lnTo>
                  <a:cubicBezTo>
                    <a:pt x="894" y="1426"/>
                    <a:pt x="930" y="1444"/>
                    <a:pt x="969" y="1444"/>
                  </a:cubicBezTo>
                  <a:cubicBezTo>
                    <a:pt x="1007" y="1444"/>
                    <a:pt x="1049" y="1426"/>
                    <a:pt x="1085" y="1390"/>
                  </a:cubicBezTo>
                  <a:lnTo>
                    <a:pt x="1633" y="843"/>
                  </a:lnTo>
                  <a:cubicBezTo>
                    <a:pt x="1942" y="533"/>
                    <a:pt x="1728" y="9"/>
                    <a:pt x="1275" y="9"/>
                  </a:cubicBezTo>
                  <a:cubicBezTo>
                    <a:pt x="1180" y="9"/>
                    <a:pt x="1061" y="33"/>
                    <a:pt x="990" y="105"/>
                  </a:cubicBezTo>
                  <a:cubicBezTo>
                    <a:pt x="893" y="32"/>
                    <a:pt x="791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5"/>
            <p:cNvSpPr/>
            <p:nvPr/>
          </p:nvSpPr>
          <p:spPr>
            <a:xfrm>
              <a:off x="1731737" y="1653913"/>
              <a:ext cx="141552" cy="88034"/>
            </a:xfrm>
            <a:custGeom>
              <a:rect b="b" l="l" r="r" t="t"/>
              <a:pathLst>
                <a:path extrusionOk="0" h="2622" w="4216">
                  <a:moveTo>
                    <a:pt x="1208" y="1"/>
                  </a:moveTo>
                  <a:cubicBezTo>
                    <a:pt x="1151" y="1"/>
                    <a:pt x="1094" y="31"/>
                    <a:pt x="1072" y="97"/>
                  </a:cubicBezTo>
                  <a:lnTo>
                    <a:pt x="477" y="1288"/>
                  </a:lnTo>
                  <a:lnTo>
                    <a:pt x="167" y="1288"/>
                  </a:lnTo>
                  <a:cubicBezTo>
                    <a:pt x="96" y="1288"/>
                    <a:pt x="24" y="1359"/>
                    <a:pt x="0" y="1430"/>
                  </a:cubicBezTo>
                  <a:cubicBezTo>
                    <a:pt x="0" y="1516"/>
                    <a:pt x="57" y="1601"/>
                    <a:pt x="138" y="1601"/>
                  </a:cubicBezTo>
                  <a:cubicBezTo>
                    <a:pt x="147" y="1601"/>
                    <a:pt x="157" y="1600"/>
                    <a:pt x="167" y="1597"/>
                  </a:cubicBezTo>
                  <a:lnTo>
                    <a:pt x="167" y="1645"/>
                  </a:lnTo>
                  <a:lnTo>
                    <a:pt x="572" y="1645"/>
                  </a:lnTo>
                  <a:cubicBezTo>
                    <a:pt x="572" y="1645"/>
                    <a:pt x="691" y="1597"/>
                    <a:pt x="715" y="1550"/>
                  </a:cubicBezTo>
                  <a:lnTo>
                    <a:pt x="1167" y="621"/>
                  </a:lnTo>
                  <a:lnTo>
                    <a:pt x="1715" y="2502"/>
                  </a:lnTo>
                  <a:cubicBezTo>
                    <a:pt x="1728" y="2579"/>
                    <a:pt x="1797" y="2622"/>
                    <a:pt x="1864" y="2622"/>
                  </a:cubicBezTo>
                  <a:cubicBezTo>
                    <a:pt x="1922" y="2622"/>
                    <a:pt x="1979" y="2591"/>
                    <a:pt x="2001" y="2526"/>
                  </a:cubicBezTo>
                  <a:lnTo>
                    <a:pt x="2596" y="1192"/>
                  </a:lnTo>
                  <a:lnTo>
                    <a:pt x="3049" y="2050"/>
                  </a:lnTo>
                  <a:cubicBezTo>
                    <a:pt x="3074" y="2112"/>
                    <a:pt x="3125" y="2142"/>
                    <a:pt x="3179" y="2142"/>
                  </a:cubicBezTo>
                  <a:cubicBezTo>
                    <a:pt x="3227" y="2142"/>
                    <a:pt x="3277" y="2118"/>
                    <a:pt x="3311" y="2073"/>
                  </a:cubicBezTo>
                  <a:lnTo>
                    <a:pt x="3644" y="1645"/>
                  </a:lnTo>
                  <a:lnTo>
                    <a:pt x="4049" y="1621"/>
                  </a:lnTo>
                  <a:cubicBezTo>
                    <a:pt x="4057" y="1625"/>
                    <a:pt x="4066" y="1627"/>
                    <a:pt x="4076" y="1627"/>
                  </a:cubicBezTo>
                  <a:cubicBezTo>
                    <a:pt x="4120" y="1627"/>
                    <a:pt x="4172" y="1585"/>
                    <a:pt x="4192" y="1526"/>
                  </a:cubicBezTo>
                  <a:cubicBezTo>
                    <a:pt x="4215" y="1430"/>
                    <a:pt x="4144" y="1311"/>
                    <a:pt x="4049" y="1311"/>
                  </a:cubicBezTo>
                  <a:lnTo>
                    <a:pt x="3549" y="1335"/>
                  </a:lnTo>
                  <a:cubicBezTo>
                    <a:pt x="3549" y="1335"/>
                    <a:pt x="3453" y="1335"/>
                    <a:pt x="3430" y="1383"/>
                  </a:cubicBezTo>
                  <a:lnTo>
                    <a:pt x="3215" y="1692"/>
                  </a:lnTo>
                  <a:lnTo>
                    <a:pt x="2739" y="764"/>
                  </a:lnTo>
                  <a:cubicBezTo>
                    <a:pt x="2703" y="704"/>
                    <a:pt x="2644" y="674"/>
                    <a:pt x="2587" y="674"/>
                  </a:cubicBezTo>
                  <a:cubicBezTo>
                    <a:pt x="2531" y="674"/>
                    <a:pt x="2477" y="704"/>
                    <a:pt x="2453" y="764"/>
                  </a:cubicBezTo>
                  <a:lnTo>
                    <a:pt x="1882" y="1978"/>
                  </a:lnTo>
                  <a:lnTo>
                    <a:pt x="1358" y="121"/>
                  </a:lnTo>
                  <a:cubicBezTo>
                    <a:pt x="1345" y="43"/>
                    <a:pt x="1276" y="1"/>
                    <a:pt x="12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5"/>
            <p:cNvSpPr/>
            <p:nvPr/>
          </p:nvSpPr>
          <p:spPr>
            <a:xfrm>
              <a:off x="1731737" y="1753194"/>
              <a:ext cx="140746" cy="87899"/>
            </a:xfrm>
            <a:custGeom>
              <a:rect b="b" l="l" r="r" t="t"/>
              <a:pathLst>
                <a:path extrusionOk="0" h="2618" w="4192">
                  <a:moveTo>
                    <a:pt x="2336" y="0"/>
                  </a:moveTo>
                  <a:cubicBezTo>
                    <a:pt x="2276" y="0"/>
                    <a:pt x="2214" y="36"/>
                    <a:pt x="2191" y="117"/>
                  </a:cubicBezTo>
                  <a:lnTo>
                    <a:pt x="1596" y="1426"/>
                  </a:lnTo>
                  <a:lnTo>
                    <a:pt x="1143" y="569"/>
                  </a:lnTo>
                  <a:cubicBezTo>
                    <a:pt x="1117" y="516"/>
                    <a:pt x="1060" y="485"/>
                    <a:pt x="1003" y="485"/>
                  </a:cubicBezTo>
                  <a:cubicBezTo>
                    <a:pt x="958" y="485"/>
                    <a:pt x="913" y="504"/>
                    <a:pt x="881" y="545"/>
                  </a:cubicBezTo>
                  <a:lnTo>
                    <a:pt x="572" y="998"/>
                  </a:lnTo>
                  <a:lnTo>
                    <a:pt x="167" y="974"/>
                  </a:lnTo>
                  <a:cubicBezTo>
                    <a:pt x="167" y="974"/>
                    <a:pt x="0" y="1045"/>
                    <a:pt x="0" y="1141"/>
                  </a:cubicBezTo>
                  <a:cubicBezTo>
                    <a:pt x="0" y="1236"/>
                    <a:pt x="72" y="1307"/>
                    <a:pt x="167" y="1307"/>
                  </a:cubicBezTo>
                  <a:lnTo>
                    <a:pt x="643" y="1307"/>
                  </a:lnTo>
                  <a:cubicBezTo>
                    <a:pt x="691" y="1307"/>
                    <a:pt x="739" y="1284"/>
                    <a:pt x="762" y="1236"/>
                  </a:cubicBezTo>
                  <a:lnTo>
                    <a:pt x="1001" y="950"/>
                  </a:lnTo>
                  <a:lnTo>
                    <a:pt x="1477" y="1879"/>
                  </a:lnTo>
                  <a:cubicBezTo>
                    <a:pt x="1501" y="1927"/>
                    <a:pt x="1554" y="1950"/>
                    <a:pt x="1608" y="1950"/>
                  </a:cubicBezTo>
                  <a:cubicBezTo>
                    <a:pt x="1661" y="1950"/>
                    <a:pt x="1715" y="1927"/>
                    <a:pt x="1739" y="1879"/>
                  </a:cubicBezTo>
                  <a:lnTo>
                    <a:pt x="2310" y="641"/>
                  </a:lnTo>
                  <a:lnTo>
                    <a:pt x="2834" y="2498"/>
                  </a:lnTo>
                  <a:cubicBezTo>
                    <a:pt x="2847" y="2575"/>
                    <a:pt x="2916" y="2618"/>
                    <a:pt x="2988" y="2618"/>
                  </a:cubicBezTo>
                  <a:cubicBezTo>
                    <a:pt x="3048" y="2618"/>
                    <a:pt x="3111" y="2587"/>
                    <a:pt x="3144" y="2522"/>
                  </a:cubicBezTo>
                  <a:lnTo>
                    <a:pt x="3739" y="1307"/>
                  </a:lnTo>
                  <a:lnTo>
                    <a:pt x="4049" y="1307"/>
                  </a:lnTo>
                  <a:cubicBezTo>
                    <a:pt x="4144" y="1307"/>
                    <a:pt x="4192" y="1236"/>
                    <a:pt x="4192" y="1164"/>
                  </a:cubicBezTo>
                  <a:cubicBezTo>
                    <a:pt x="4192" y="1069"/>
                    <a:pt x="4120" y="998"/>
                    <a:pt x="4049" y="998"/>
                  </a:cubicBezTo>
                  <a:lnTo>
                    <a:pt x="4049" y="974"/>
                  </a:lnTo>
                  <a:lnTo>
                    <a:pt x="3644" y="974"/>
                  </a:lnTo>
                  <a:cubicBezTo>
                    <a:pt x="3644" y="974"/>
                    <a:pt x="3525" y="1022"/>
                    <a:pt x="3501" y="1069"/>
                  </a:cubicBezTo>
                  <a:lnTo>
                    <a:pt x="3025" y="1998"/>
                  </a:lnTo>
                  <a:lnTo>
                    <a:pt x="2477" y="117"/>
                  </a:lnTo>
                  <a:cubicBezTo>
                    <a:pt x="2465" y="42"/>
                    <a:pt x="2401" y="0"/>
                    <a:pt x="2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45"/>
            <p:cNvSpPr/>
            <p:nvPr/>
          </p:nvSpPr>
          <p:spPr>
            <a:xfrm>
              <a:off x="1992379" y="1654752"/>
              <a:ext cx="32836" cy="31997"/>
            </a:xfrm>
            <a:custGeom>
              <a:rect b="b" l="l" r="r" t="t"/>
              <a:pathLst>
                <a:path extrusionOk="0" h="953" w="978">
                  <a:moveTo>
                    <a:pt x="668" y="310"/>
                  </a:moveTo>
                  <a:lnTo>
                    <a:pt x="668" y="643"/>
                  </a:lnTo>
                  <a:lnTo>
                    <a:pt x="334" y="643"/>
                  </a:lnTo>
                  <a:lnTo>
                    <a:pt x="334" y="310"/>
                  </a:lnTo>
                  <a:close/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10"/>
                  </a:lnTo>
                  <a:cubicBezTo>
                    <a:pt x="1" y="882"/>
                    <a:pt x="72" y="953"/>
                    <a:pt x="168" y="953"/>
                  </a:cubicBezTo>
                  <a:lnTo>
                    <a:pt x="811" y="953"/>
                  </a:lnTo>
                  <a:cubicBezTo>
                    <a:pt x="906" y="953"/>
                    <a:pt x="977" y="882"/>
                    <a:pt x="977" y="810"/>
                  </a:cubicBezTo>
                  <a:lnTo>
                    <a:pt x="977" y="167"/>
                  </a:lnTo>
                  <a:cubicBezTo>
                    <a:pt x="977" y="72"/>
                    <a:pt x="906" y="0"/>
                    <a:pt x="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5"/>
            <p:cNvSpPr/>
            <p:nvPr/>
          </p:nvSpPr>
          <p:spPr>
            <a:xfrm>
              <a:off x="1992379" y="1697930"/>
              <a:ext cx="32836" cy="32803"/>
            </a:xfrm>
            <a:custGeom>
              <a:rect b="b" l="l" r="r" t="t"/>
              <a:pathLst>
                <a:path extrusionOk="0" h="977" w="978">
                  <a:moveTo>
                    <a:pt x="668" y="334"/>
                  </a:moveTo>
                  <a:lnTo>
                    <a:pt x="668" y="667"/>
                  </a:lnTo>
                  <a:lnTo>
                    <a:pt x="334" y="667"/>
                  </a:lnTo>
                  <a:lnTo>
                    <a:pt x="334" y="334"/>
                  </a:lnTo>
                  <a:close/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10"/>
                  </a:lnTo>
                  <a:cubicBezTo>
                    <a:pt x="1" y="882"/>
                    <a:pt x="72" y="977"/>
                    <a:pt x="168" y="977"/>
                  </a:cubicBezTo>
                  <a:lnTo>
                    <a:pt x="811" y="977"/>
                  </a:lnTo>
                  <a:cubicBezTo>
                    <a:pt x="906" y="977"/>
                    <a:pt x="977" y="905"/>
                    <a:pt x="977" y="810"/>
                  </a:cubicBezTo>
                  <a:lnTo>
                    <a:pt x="977" y="167"/>
                  </a:lnTo>
                  <a:cubicBezTo>
                    <a:pt x="977" y="72"/>
                    <a:pt x="906" y="0"/>
                    <a:pt x="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5"/>
            <p:cNvSpPr/>
            <p:nvPr/>
          </p:nvSpPr>
          <p:spPr>
            <a:xfrm>
              <a:off x="1992379" y="1828939"/>
              <a:ext cx="37638" cy="32131"/>
            </a:xfrm>
            <a:custGeom>
              <a:rect b="b" l="l" r="r" t="t"/>
              <a:pathLst>
                <a:path extrusionOk="0" h="957" w="1121">
                  <a:moveTo>
                    <a:pt x="501" y="314"/>
                  </a:moveTo>
                  <a:cubicBezTo>
                    <a:pt x="702" y="314"/>
                    <a:pt x="497" y="565"/>
                    <a:pt x="390" y="565"/>
                  </a:cubicBezTo>
                  <a:cubicBezTo>
                    <a:pt x="358" y="565"/>
                    <a:pt x="334" y="542"/>
                    <a:pt x="334" y="480"/>
                  </a:cubicBezTo>
                  <a:cubicBezTo>
                    <a:pt x="310" y="385"/>
                    <a:pt x="406" y="314"/>
                    <a:pt x="501" y="314"/>
                  </a:cubicBezTo>
                  <a:close/>
                  <a:moveTo>
                    <a:pt x="488" y="0"/>
                  </a:moveTo>
                  <a:cubicBezTo>
                    <a:pt x="238" y="0"/>
                    <a:pt x="1" y="192"/>
                    <a:pt x="1" y="480"/>
                  </a:cubicBezTo>
                  <a:cubicBezTo>
                    <a:pt x="1" y="742"/>
                    <a:pt x="215" y="957"/>
                    <a:pt x="501" y="957"/>
                  </a:cubicBezTo>
                  <a:cubicBezTo>
                    <a:pt x="906" y="957"/>
                    <a:pt x="1120" y="433"/>
                    <a:pt x="834" y="147"/>
                  </a:cubicBezTo>
                  <a:cubicBezTo>
                    <a:pt x="733" y="46"/>
                    <a:pt x="609" y="0"/>
                    <a:pt x="4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5"/>
            <p:cNvSpPr/>
            <p:nvPr/>
          </p:nvSpPr>
          <p:spPr>
            <a:xfrm>
              <a:off x="1918817" y="1809063"/>
              <a:ext cx="41633" cy="10442"/>
            </a:xfrm>
            <a:custGeom>
              <a:rect b="b" l="l" r="r" t="t"/>
              <a:pathLst>
                <a:path extrusionOk="0" h="311" w="1240">
                  <a:moveTo>
                    <a:pt x="191" y="1"/>
                  </a:moveTo>
                  <a:cubicBezTo>
                    <a:pt x="96" y="1"/>
                    <a:pt x="25" y="48"/>
                    <a:pt x="25" y="120"/>
                  </a:cubicBezTo>
                  <a:cubicBezTo>
                    <a:pt x="1" y="215"/>
                    <a:pt x="96" y="310"/>
                    <a:pt x="168" y="310"/>
                  </a:cubicBezTo>
                  <a:lnTo>
                    <a:pt x="1049" y="310"/>
                  </a:lnTo>
                  <a:cubicBezTo>
                    <a:pt x="1144" y="310"/>
                    <a:pt x="1215" y="239"/>
                    <a:pt x="1215" y="167"/>
                  </a:cubicBezTo>
                  <a:cubicBezTo>
                    <a:pt x="1239" y="72"/>
                    <a:pt x="1144" y="1"/>
                    <a:pt x="1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5"/>
            <p:cNvSpPr/>
            <p:nvPr/>
          </p:nvSpPr>
          <p:spPr>
            <a:xfrm>
              <a:off x="1905252" y="1829007"/>
              <a:ext cx="54996" cy="10509"/>
            </a:xfrm>
            <a:custGeom>
              <a:rect b="b" l="l" r="r" t="t"/>
              <a:pathLst>
                <a:path extrusionOk="0" h="313" w="1638">
                  <a:moveTo>
                    <a:pt x="1471" y="1"/>
                  </a:moveTo>
                  <a:cubicBezTo>
                    <a:pt x="1465" y="1"/>
                    <a:pt x="1459" y="1"/>
                    <a:pt x="1453" y="2"/>
                  </a:cubicBezTo>
                  <a:lnTo>
                    <a:pt x="167" y="2"/>
                  </a:lnTo>
                  <a:cubicBezTo>
                    <a:pt x="95" y="2"/>
                    <a:pt x="24" y="50"/>
                    <a:pt x="24" y="145"/>
                  </a:cubicBezTo>
                  <a:cubicBezTo>
                    <a:pt x="0" y="240"/>
                    <a:pt x="72" y="312"/>
                    <a:pt x="167" y="312"/>
                  </a:cubicBezTo>
                  <a:lnTo>
                    <a:pt x="1453" y="312"/>
                  </a:lnTo>
                  <a:cubicBezTo>
                    <a:pt x="1459" y="312"/>
                    <a:pt x="1465" y="313"/>
                    <a:pt x="1471" y="313"/>
                  </a:cubicBezTo>
                  <a:cubicBezTo>
                    <a:pt x="1637" y="313"/>
                    <a:pt x="1637" y="1"/>
                    <a:pt x="1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6"/>
          <p:cNvSpPr txBox="1"/>
          <p:nvPr>
            <p:ph type="title"/>
          </p:nvPr>
        </p:nvSpPr>
        <p:spPr>
          <a:xfrm>
            <a:off x="3386150" y="2545763"/>
            <a:ext cx="36516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1020" name="Google Shape;1020;p46"/>
          <p:cNvSpPr txBox="1"/>
          <p:nvPr>
            <p:ph idx="2" type="title"/>
          </p:nvPr>
        </p:nvSpPr>
        <p:spPr>
          <a:xfrm>
            <a:off x="5762450" y="1631644"/>
            <a:ext cx="12753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21" name="Google Shape;1021;p46"/>
          <p:cNvSpPr txBox="1"/>
          <p:nvPr>
            <p:ph idx="1" type="subTitle"/>
          </p:nvPr>
        </p:nvSpPr>
        <p:spPr>
          <a:xfrm>
            <a:off x="4701350" y="3382178"/>
            <a:ext cx="2336400" cy="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Propuesta de solución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7"/>
          <p:cNvSpPr txBox="1"/>
          <p:nvPr>
            <p:ph idx="1" type="subTitle"/>
          </p:nvPr>
        </p:nvSpPr>
        <p:spPr>
          <a:xfrm>
            <a:off x="1658400" y="1342400"/>
            <a:ext cx="5827200" cy="14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“D</a:t>
            </a:r>
            <a:r>
              <a:rPr lang="en" sz="2500"/>
              <a:t>iseño de un algoritmo que permita la detección preventiva y clasificación de EIC, como método asistencial para el análisis del estado cardíaco del paciente en ambientes ambulatorios”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8"/>
          <p:cNvSpPr txBox="1"/>
          <p:nvPr>
            <p:ph idx="1" type="body"/>
          </p:nvPr>
        </p:nvSpPr>
        <p:spPr>
          <a:xfrm>
            <a:off x="318750" y="1149325"/>
            <a:ext cx="8506500" cy="3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“Enfermedades cardiovasculares”, Paho.org. [En línea]. Disponible en: https://www.paho.org/es/temas/enfermedades-cardiovasculares. [Consultado: 09-may-2023].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“Cardiopatía Isquémica”, Clínic Barcelona. [En línea]. Disponible en: https://www.clinicbarcelona.org/asistencia/enfermedades/cardiopatia-isquemica. [Consultado: 09-may-2023].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M. A. Peña Mesías, B. G. Reyes Santana, y A. L. Durán Cañarte, “Enfermedades isquémicas del corazón y factores de riesgo en la población adulta mayor de Latinoamérica”, MQRInvestigar, vol. 7, núm. 1, pp. 653–671, 2023.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Organización Mundial de la Salud. "Enfermedades cardiovasculares." https://www.who.int/es/news-room/fact-sheets/detail/cardiovascular-diseases-(cvds) (consultado en mayo de 2023)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Repositorio Único Nacional de Información en Salud. "Tasas de mortalidad." https://www.minsa.gob.pe/reunis/data/tasas_mortalidad.asp (consultado en mayo de 2023)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Organización Panamericana de la Salud. "La Carga de Enfermedades Cardiovasculares." https://www.paho.org/es/enlace/carga-enfermedades-cardiovasculares (consultado en mayo de 2023)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Benjamin EJ, Muntner P, Alonso A, Bittencourt MS, Callaway CW, Carson AP, et al., "Heart Disease and Stroke Statistics-2019 Update: A Report From the American Heart Association", Circulation, vol. 139, no. 10, pp. e56-e528, Mar. 2019.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C. Sanabria-Montañez et al., “Patrones de costos de atención a pacientes con enfermedades isquémicas del corazón en el Instituto Nacional Cardiovascular, 2019,” Anales de la Facultad de Medicina, vol. 83, no. 2, pp. 104–111, Apr. 2022, doi: https://doi.org/10.15381/anales.v83i2.23187.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Ministerio de Salud del Perú, "Plan Nacional de Prevención y Control de las Enfermedades No Transmisibles 2021-2025," Lima, Perú, 2021.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L. A. Gutiérrez, et al., "Enfermedad cardiovascular en el Perú: una revisión de la literatura," Revista Peruana de Medicina Experimental y Salud Pública, vol. 34, no. 4, pp. 620-630, 2017.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National Heart, Lung, and Blood Institute, “Diagnóstico,” Aterosclerosis - Diagnóstico, https://www.nhlbi.nih.gov/es/salud/aterosclerosis/diagnostico (accessed May 9, 2023).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“Cardiopatía Isquémica”, My-ekg.com. [En línea]. Disponible en: https://www.my-ekg.com/infarto-ekg/cardiopatia-isquemica.php. [Consultado: 09-may-2023].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“Equipos biomédicos Radiológicos Altamente Especializados presentó El Hospital Loayza,” Noticias - Hospital Nacional Arzobispo Loayza. Plataforma del Estado Peruano, Mar. 2, 2021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</a:pPr>
            <a:r>
              <a:rPr lang="en" sz="800"/>
              <a:t>INSTITUTO DE EVALUACIÓN DE TECNOLOGÍAS EN SALUD E INVESTIGACIÓN - IETSI, “DICTAMEN PRELIMINAR DE EVALUACIÓN DE TECNOLOGÍA SANITARIA N.° 012-DETS-IETSI-2020 ,” Seguro Social de Salud - EsSalud, http://www.essalud.gob.pe/ietsi/pdfs/directivas/DICT_12_DETS_2020.pdf (accessed May 9, 2023).</a:t>
            </a:r>
            <a:endParaRPr sz="800"/>
          </a:p>
        </p:txBody>
      </p:sp>
      <p:sp>
        <p:nvSpPr>
          <p:cNvPr id="1032" name="Google Shape;1032;p48"/>
          <p:cNvSpPr txBox="1"/>
          <p:nvPr>
            <p:ph type="title"/>
          </p:nvPr>
        </p:nvSpPr>
        <p:spPr>
          <a:xfrm>
            <a:off x="788900" y="434600"/>
            <a:ext cx="76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Referencias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9"/>
          <p:cNvSpPr txBox="1"/>
          <p:nvPr>
            <p:ph type="title"/>
          </p:nvPr>
        </p:nvSpPr>
        <p:spPr>
          <a:xfrm>
            <a:off x="1156500" y="1244288"/>
            <a:ext cx="68310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Muchas 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rdiovascular Diseases: Arrhythmia by Slidesgo">
  <a:themeElements>
    <a:clrScheme name="Simple Light">
      <a:dk1>
        <a:srgbClr val="010440"/>
      </a:dk1>
      <a:lt1>
        <a:srgbClr val="F2F2F2"/>
      </a:lt1>
      <a:dk2>
        <a:srgbClr val="9E9E9E"/>
      </a:dk2>
      <a:lt2>
        <a:srgbClr val="D93B48"/>
      </a:lt2>
      <a:accent1>
        <a:srgbClr val="A2293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4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